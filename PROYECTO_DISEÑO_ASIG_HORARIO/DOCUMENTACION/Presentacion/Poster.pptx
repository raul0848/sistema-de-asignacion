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Lst>
  <p:sldSz cx="32943800" cy="43205400"/>
  <p:notesSz cx="6858000" cy="9144000"/>
  <p:defaultTextStyle>
    <a:defPPr>
      <a:defRPr lang="es-MX"/>
    </a:defPPr>
    <a:lvl1pPr algn="l" rtl="0" fontAlgn="base">
      <a:spcBef>
        <a:spcPct val="0"/>
      </a:spcBef>
      <a:spcAft>
        <a:spcPct val="0"/>
      </a:spcAft>
      <a:defRPr sz="8600" kern="1200">
        <a:solidFill>
          <a:schemeClr val="tx1"/>
        </a:solidFill>
        <a:latin typeface="Arial" charset="0"/>
        <a:ea typeface="+mn-ea"/>
        <a:cs typeface="+mn-cs"/>
      </a:defRPr>
    </a:lvl1pPr>
    <a:lvl2pPr marL="457200" algn="l" rtl="0" fontAlgn="base">
      <a:spcBef>
        <a:spcPct val="0"/>
      </a:spcBef>
      <a:spcAft>
        <a:spcPct val="0"/>
      </a:spcAft>
      <a:defRPr sz="8600" kern="1200">
        <a:solidFill>
          <a:schemeClr val="tx1"/>
        </a:solidFill>
        <a:latin typeface="Arial" charset="0"/>
        <a:ea typeface="+mn-ea"/>
        <a:cs typeface="+mn-cs"/>
      </a:defRPr>
    </a:lvl2pPr>
    <a:lvl3pPr marL="914400" algn="l" rtl="0" fontAlgn="base">
      <a:spcBef>
        <a:spcPct val="0"/>
      </a:spcBef>
      <a:spcAft>
        <a:spcPct val="0"/>
      </a:spcAft>
      <a:defRPr sz="8600" kern="1200">
        <a:solidFill>
          <a:schemeClr val="tx1"/>
        </a:solidFill>
        <a:latin typeface="Arial" charset="0"/>
        <a:ea typeface="+mn-ea"/>
        <a:cs typeface="+mn-cs"/>
      </a:defRPr>
    </a:lvl3pPr>
    <a:lvl4pPr marL="1371600" algn="l" rtl="0" fontAlgn="base">
      <a:spcBef>
        <a:spcPct val="0"/>
      </a:spcBef>
      <a:spcAft>
        <a:spcPct val="0"/>
      </a:spcAft>
      <a:defRPr sz="8600" kern="1200">
        <a:solidFill>
          <a:schemeClr val="tx1"/>
        </a:solidFill>
        <a:latin typeface="Arial" charset="0"/>
        <a:ea typeface="+mn-ea"/>
        <a:cs typeface="+mn-cs"/>
      </a:defRPr>
    </a:lvl4pPr>
    <a:lvl5pPr marL="1828800" algn="l" rtl="0" fontAlgn="base">
      <a:spcBef>
        <a:spcPct val="0"/>
      </a:spcBef>
      <a:spcAft>
        <a:spcPct val="0"/>
      </a:spcAft>
      <a:defRPr sz="8600" kern="1200">
        <a:solidFill>
          <a:schemeClr val="tx1"/>
        </a:solidFill>
        <a:latin typeface="Arial" charset="0"/>
        <a:ea typeface="+mn-ea"/>
        <a:cs typeface="+mn-cs"/>
      </a:defRPr>
    </a:lvl5pPr>
    <a:lvl6pPr marL="2286000" algn="l" defTabSz="914400" rtl="0" eaLnBrk="1" latinLnBrk="0" hangingPunct="1">
      <a:defRPr sz="8600" kern="1200">
        <a:solidFill>
          <a:schemeClr val="tx1"/>
        </a:solidFill>
        <a:latin typeface="Arial" charset="0"/>
        <a:ea typeface="+mn-ea"/>
        <a:cs typeface="+mn-cs"/>
      </a:defRPr>
    </a:lvl6pPr>
    <a:lvl7pPr marL="2743200" algn="l" defTabSz="914400" rtl="0" eaLnBrk="1" latinLnBrk="0" hangingPunct="1">
      <a:defRPr sz="8600" kern="1200">
        <a:solidFill>
          <a:schemeClr val="tx1"/>
        </a:solidFill>
        <a:latin typeface="Arial" charset="0"/>
        <a:ea typeface="+mn-ea"/>
        <a:cs typeface="+mn-cs"/>
      </a:defRPr>
    </a:lvl7pPr>
    <a:lvl8pPr marL="3200400" algn="l" defTabSz="914400" rtl="0" eaLnBrk="1" latinLnBrk="0" hangingPunct="1">
      <a:defRPr sz="8600" kern="1200">
        <a:solidFill>
          <a:schemeClr val="tx1"/>
        </a:solidFill>
        <a:latin typeface="Arial" charset="0"/>
        <a:ea typeface="+mn-ea"/>
        <a:cs typeface="+mn-cs"/>
      </a:defRPr>
    </a:lvl8pPr>
    <a:lvl9pPr marL="3657600" algn="l" defTabSz="914400" rtl="0" eaLnBrk="1" latinLnBrk="0" hangingPunct="1">
      <a:defRPr sz="86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13608">
          <p15:clr>
            <a:srgbClr val="A4A3A4"/>
          </p15:clr>
        </p15:guide>
        <p15:guide id="2" pos="10376">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A042"/>
    <a:srgbClr val="FFEB9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397" autoAdjust="0"/>
    <p:restoredTop sz="94660"/>
  </p:normalViewPr>
  <p:slideViewPr>
    <p:cSldViewPr>
      <p:cViewPr>
        <p:scale>
          <a:sx n="25" d="100"/>
          <a:sy n="25" d="100"/>
        </p:scale>
        <p:origin x="784" y="-3008"/>
      </p:cViewPr>
      <p:guideLst>
        <p:guide orient="horz" pos="13608"/>
        <p:guide pos="10376"/>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2470150" y="13422313"/>
            <a:ext cx="28003500" cy="9259887"/>
          </a:xfrm>
        </p:spPr>
        <p:txBody>
          <a:bodyPr/>
          <a:lstStyle/>
          <a:p>
            <a:r>
              <a:rPr lang="es-ES"/>
              <a:t>Haga clic para modificar el estilo de título del patrón</a:t>
            </a:r>
          </a:p>
        </p:txBody>
      </p:sp>
      <p:sp>
        <p:nvSpPr>
          <p:cNvPr id="3" name="2 Subtítulo"/>
          <p:cNvSpPr>
            <a:spLocks noGrp="1"/>
          </p:cNvSpPr>
          <p:nvPr>
            <p:ph type="subTitle" idx="1"/>
          </p:nvPr>
        </p:nvSpPr>
        <p:spPr>
          <a:xfrm>
            <a:off x="4941888" y="24482425"/>
            <a:ext cx="23060025" cy="1104265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s-ES"/>
              <a:t>Haga clic para modificar el estilo de subtítulo del patrón</a:t>
            </a:r>
          </a:p>
        </p:txBody>
      </p:sp>
      <p:sp>
        <p:nvSpPr>
          <p:cNvPr id="4" name="Rectangle 4"/>
          <p:cNvSpPr>
            <a:spLocks noGrp="1" noChangeArrowheads="1"/>
          </p:cNvSpPr>
          <p:nvPr>
            <p:ph type="dt" sz="half" idx="10"/>
          </p:nvPr>
        </p:nvSpPr>
        <p:spPr>
          <a:ln/>
        </p:spPr>
        <p:txBody>
          <a:bodyPr/>
          <a:lstStyle>
            <a:lvl1pPr>
              <a:defRPr/>
            </a:lvl1pPr>
          </a:lstStyle>
          <a:p>
            <a:pPr>
              <a:defRPr/>
            </a:pPr>
            <a:endParaRPr lang="es-ES"/>
          </a:p>
        </p:txBody>
      </p:sp>
      <p:sp>
        <p:nvSpPr>
          <p:cNvPr id="5" name="Rectangle 5"/>
          <p:cNvSpPr>
            <a:spLocks noGrp="1" noChangeArrowheads="1"/>
          </p:cNvSpPr>
          <p:nvPr>
            <p:ph type="ftr" sz="quarter" idx="11"/>
          </p:nvPr>
        </p:nvSpPr>
        <p:spPr>
          <a:ln/>
        </p:spPr>
        <p:txBody>
          <a:bodyPr/>
          <a:lstStyle>
            <a:lvl1pPr>
              <a:defRPr/>
            </a:lvl1pPr>
          </a:lstStyle>
          <a:p>
            <a:pPr>
              <a:defRPr/>
            </a:pPr>
            <a:endParaRPr lang="es-ES"/>
          </a:p>
        </p:txBody>
      </p:sp>
      <p:sp>
        <p:nvSpPr>
          <p:cNvPr id="6" name="Rectangle 6"/>
          <p:cNvSpPr>
            <a:spLocks noGrp="1" noChangeArrowheads="1"/>
          </p:cNvSpPr>
          <p:nvPr>
            <p:ph type="sldNum" sz="quarter" idx="12"/>
          </p:nvPr>
        </p:nvSpPr>
        <p:spPr>
          <a:ln/>
        </p:spPr>
        <p:txBody>
          <a:bodyPr/>
          <a:lstStyle>
            <a:lvl1pPr>
              <a:defRPr/>
            </a:lvl1pPr>
          </a:lstStyle>
          <a:p>
            <a:pPr>
              <a:defRPr/>
            </a:pPr>
            <a:fld id="{40F6F810-0CF2-4383-9899-EC1B7E69869F}" type="slidenum">
              <a:rPr lang="es-MX"/>
              <a:pPr>
                <a:defRPr/>
              </a:pPr>
              <a:t>‹Nº›</a:t>
            </a:fld>
            <a:endParaRPr lang="es-MX"/>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
        <p:nvSpPr>
          <p:cNvPr id="3" name="2 Marcador de contenido"/>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Rectangle 4"/>
          <p:cNvSpPr>
            <a:spLocks noGrp="1" noChangeArrowheads="1"/>
          </p:cNvSpPr>
          <p:nvPr>
            <p:ph type="dt" sz="half" idx="10"/>
          </p:nvPr>
        </p:nvSpPr>
        <p:spPr>
          <a:ln/>
        </p:spPr>
        <p:txBody>
          <a:bodyPr/>
          <a:lstStyle>
            <a:lvl1pPr>
              <a:defRPr/>
            </a:lvl1pPr>
          </a:lstStyle>
          <a:p>
            <a:pPr>
              <a:defRPr/>
            </a:pPr>
            <a:endParaRPr lang="es-ES"/>
          </a:p>
        </p:txBody>
      </p:sp>
      <p:sp>
        <p:nvSpPr>
          <p:cNvPr id="5" name="Rectangle 5"/>
          <p:cNvSpPr>
            <a:spLocks noGrp="1" noChangeArrowheads="1"/>
          </p:cNvSpPr>
          <p:nvPr>
            <p:ph type="ftr" sz="quarter" idx="11"/>
          </p:nvPr>
        </p:nvSpPr>
        <p:spPr>
          <a:ln/>
        </p:spPr>
        <p:txBody>
          <a:bodyPr/>
          <a:lstStyle>
            <a:lvl1pPr>
              <a:defRPr/>
            </a:lvl1pPr>
          </a:lstStyle>
          <a:p>
            <a:pPr>
              <a:defRPr/>
            </a:pPr>
            <a:endParaRPr lang="es-ES"/>
          </a:p>
        </p:txBody>
      </p:sp>
      <p:sp>
        <p:nvSpPr>
          <p:cNvPr id="6" name="Rectangle 6"/>
          <p:cNvSpPr>
            <a:spLocks noGrp="1" noChangeArrowheads="1"/>
          </p:cNvSpPr>
          <p:nvPr>
            <p:ph type="sldNum" sz="quarter" idx="12"/>
          </p:nvPr>
        </p:nvSpPr>
        <p:spPr>
          <a:ln/>
        </p:spPr>
        <p:txBody>
          <a:bodyPr/>
          <a:lstStyle>
            <a:lvl1pPr>
              <a:defRPr/>
            </a:lvl1pPr>
          </a:lstStyle>
          <a:p>
            <a:pPr>
              <a:defRPr/>
            </a:pPr>
            <a:fld id="{F9A9F911-CF2D-4EAB-BD74-8D42285E7D97}" type="slidenum">
              <a:rPr lang="es-MX"/>
              <a:pPr>
                <a:defRPr/>
              </a:pPr>
              <a:t>‹Nº›</a:t>
            </a:fld>
            <a:endParaRPr lang="es-MX"/>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2601913" y="27763788"/>
            <a:ext cx="28001912" cy="8580437"/>
          </a:xfrm>
        </p:spPr>
        <p:txBody>
          <a:bodyPr anchor="t"/>
          <a:lstStyle>
            <a:lvl1pPr algn="l">
              <a:defRPr sz="4000" b="1" cap="all"/>
            </a:lvl1pPr>
          </a:lstStyle>
          <a:p>
            <a:r>
              <a:rPr lang="es-ES"/>
              <a:t>Haga clic para modificar el estilo de título del patrón</a:t>
            </a:r>
          </a:p>
        </p:txBody>
      </p:sp>
      <p:sp>
        <p:nvSpPr>
          <p:cNvPr id="3" name="2 Marcador de texto"/>
          <p:cNvSpPr>
            <a:spLocks noGrp="1"/>
          </p:cNvSpPr>
          <p:nvPr>
            <p:ph type="body" idx="1"/>
          </p:nvPr>
        </p:nvSpPr>
        <p:spPr>
          <a:xfrm>
            <a:off x="2601913" y="18311813"/>
            <a:ext cx="28001912" cy="9451975"/>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s-ES"/>
              <a:t>Haga clic para modificar el estilo de texto del patrón</a:t>
            </a:r>
          </a:p>
        </p:txBody>
      </p:sp>
      <p:sp>
        <p:nvSpPr>
          <p:cNvPr id="4" name="Rectangle 4"/>
          <p:cNvSpPr>
            <a:spLocks noGrp="1" noChangeArrowheads="1"/>
          </p:cNvSpPr>
          <p:nvPr>
            <p:ph type="dt" sz="half" idx="10"/>
          </p:nvPr>
        </p:nvSpPr>
        <p:spPr>
          <a:ln/>
        </p:spPr>
        <p:txBody>
          <a:bodyPr/>
          <a:lstStyle>
            <a:lvl1pPr>
              <a:defRPr/>
            </a:lvl1pPr>
          </a:lstStyle>
          <a:p>
            <a:pPr>
              <a:defRPr/>
            </a:pPr>
            <a:endParaRPr lang="es-ES"/>
          </a:p>
        </p:txBody>
      </p:sp>
      <p:sp>
        <p:nvSpPr>
          <p:cNvPr id="5" name="Rectangle 5"/>
          <p:cNvSpPr>
            <a:spLocks noGrp="1" noChangeArrowheads="1"/>
          </p:cNvSpPr>
          <p:nvPr>
            <p:ph type="ftr" sz="quarter" idx="11"/>
          </p:nvPr>
        </p:nvSpPr>
        <p:spPr>
          <a:ln/>
        </p:spPr>
        <p:txBody>
          <a:bodyPr/>
          <a:lstStyle>
            <a:lvl1pPr>
              <a:defRPr/>
            </a:lvl1pPr>
          </a:lstStyle>
          <a:p>
            <a:pPr>
              <a:defRPr/>
            </a:pPr>
            <a:endParaRPr lang="es-ES"/>
          </a:p>
        </p:txBody>
      </p:sp>
      <p:sp>
        <p:nvSpPr>
          <p:cNvPr id="6" name="Rectangle 6"/>
          <p:cNvSpPr>
            <a:spLocks noGrp="1" noChangeArrowheads="1"/>
          </p:cNvSpPr>
          <p:nvPr>
            <p:ph type="sldNum" sz="quarter" idx="12"/>
          </p:nvPr>
        </p:nvSpPr>
        <p:spPr>
          <a:ln/>
        </p:spPr>
        <p:txBody>
          <a:bodyPr/>
          <a:lstStyle>
            <a:lvl1pPr>
              <a:defRPr/>
            </a:lvl1pPr>
          </a:lstStyle>
          <a:p>
            <a:pPr>
              <a:defRPr/>
            </a:pPr>
            <a:fld id="{C571E6A6-8E07-46E5-ADFF-9764ED61F68E}" type="slidenum">
              <a:rPr lang="es-MX"/>
              <a:pPr>
                <a:defRPr/>
              </a:pPr>
              <a:t>‹Nº›</a:t>
            </a:fld>
            <a:endParaRPr lang="es-MX"/>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
        <p:nvSpPr>
          <p:cNvPr id="3" name="2 Marcador de contenido"/>
          <p:cNvSpPr>
            <a:spLocks noGrp="1"/>
          </p:cNvSpPr>
          <p:nvPr>
            <p:ph sz="half" idx="1"/>
          </p:nvPr>
        </p:nvSpPr>
        <p:spPr>
          <a:xfrm>
            <a:off x="1647825" y="10080625"/>
            <a:ext cx="14747875" cy="285146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contenido"/>
          <p:cNvSpPr>
            <a:spLocks noGrp="1"/>
          </p:cNvSpPr>
          <p:nvPr>
            <p:ph sz="half" idx="2"/>
          </p:nvPr>
        </p:nvSpPr>
        <p:spPr>
          <a:xfrm>
            <a:off x="16548100" y="10080625"/>
            <a:ext cx="14747875" cy="285146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Rectangle 4"/>
          <p:cNvSpPr>
            <a:spLocks noGrp="1" noChangeArrowheads="1"/>
          </p:cNvSpPr>
          <p:nvPr>
            <p:ph type="dt" sz="half" idx="10"/>
          </p:nvPr>
        </p:nvSpPr>
        <p:spPr>
          <a:ln/>
        </p:spPr>
        <p:txBody>
          <a:bodyPr/>
          <a:lstStyle>
            <a:lvl1pPr>
              <a:defRPr/>
            </a:lvl1pPr>
          </a:lstStyle>
          <a:p>
            <a:pPr>
              <a:defRPr/>
            </a:pPr>
            <a:endParaRPr lang="es-ES"/>
          </a:p>
        </p:txBody>
      </p:sp>
      <p:sp>
        <p:nvSpPr>
          <p:cNvPr id="6" name="Rectangle 5"/>
          <p:cNvSpPr>
            <a:spLocks noGrp="1" noChangeArrowheads="1"/>
          </p:cNvSpPr>
          <p:nvPr>
            <p:ph type="ftr" sz="quarter" idx="11"/>
          </p:nvPr>
        </p:nvSpPr>
        <p:spPr>
          <a:ln/>
        </p:spPr>
        <p:txBody>
          <a:bodyPr/>
          <a:lstStyle>
            <a:lvl1pPr>
              <a:defRPr/>
            </a:lvl1pPr>
          </a:lstStyle>
          <a:p>
            <a:pPr>
              <a:defRPr/>
            </a:pPr>
            <a:endParaRPr lang="es-ES"/>
          </a:p>
        </p:txBody>
      </p:sp>
      <p:sp>
        <p:nvSpPr>
          <p:cNvPr id="7" name="Rectangle 6"/>
          <p:cNvSpPr>
            <a:spLocks noGrp="1" noChangeArrowheads="1"/>
          </p:cNvSpPr>
          <p:nvPr>
            <p:ph type="sldNum" sz="quarter" idx="12"/>
          </p:nvPr>
        </p:nvSpPr>
        <p:spPr>
          <a:ln/>
        </p:spPr>
        <p:txBody>
          <a:bodyPr/>
          <a:lstStyle>
            <a:lvl1pPr>
              <a:defRPr/>
            </a:lvl1pPr>
          </a:lstStyle>
          <a:p>
            <a:pPr>
              <a:defRPr/>
            </a:pPr>
            <a:fld id="{55B6F284-9D88-40F4-A4F4-90EF8C6AA09A}" type="slidenum">
              <a:rPr lang="es-MX"/>
              <a:pPr>
                <a:defRPr/>
              </a:pPr>
              <a:t>‹Nº›</a:t>
            </a:fld>
            <a:endParaRPr lang="es-MX"/>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es-ES"/>
              <a:t>Haga clic para modificar el estilo de título del patrón</a:t>
            </a:r>
          </a:p>
        </p:txBody>
      </p:sp>
      <p:sp>
        <p:nvSpPr>
          <p:cNvPr id="3" name="2 Marcador de texto"/>
          <p:cNvSpPr>
            <a:spLocks noGrp="1"/>
          </p:cNvSpPr>
          <p:nvPr>
            <p:ph type="body" idx="1"/>
          </p:nvPr>
        </p:nvSpPr>
        <p:spPr>
          <a:xfrm>
            <a:off x="1647825" y="9671050"/>
            <a:ext cx="14555788" cy="40306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3 Marcador de contenido"/>
          <p:cNvSpPr>
            <a:spLocks noGrp="1"/>
          </p:cNvSpPr>
          <p:nvPr>
            <p:ph sz="half" idx="2"/>
          </p:nvPr>
        </p:nvSpPr>
        <p:spPr>
          <a:xfrm>
            <a:off x="1647825" y="13701713"/>
            <a:ext cx="14555788" cy="2489358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4 Marcador de texto"/>
          <p:cNvSpPr>
            <a:spLocks noGrp="1"/>
          </p:cNvSpPr>
          <p:nvPr>
            <p:ph type="body" sz="quarter" idx="3"/>
          </p:nvPr>
        </p:nvSpPr>
        <p:spPr>
          <a:xfrm>
            <a:off x="16735425" y="9671050"/>
            <a:ext cx="14560550" cy="40306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5 Marcador de contenido"/>
          <p:cNvSpPr>
            <a:spLocks noGrp="1"/>
          </p:cNvSpPr>
          <p:nvPr>
            <p:ph sz="quarter" idx="4"/>
          </p:nvPr>
        </p:nvSpPr>
        <p:spPr>
          <a:xfrm>
            <a:off x="16735425" y="13701713"/>
            <a:ext cx="14560550" cy="2489358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Rectangle 4"/>
          <p:cNvSpPr>
            <a:spLocks noGrp="1" noChangeArrowheads="1"/>
          </p:cNvSpPr>
          <p:nvPr>
            <p:ph type="dt" sz="half" idx="10"/>
          </p:nvPr>
        </p:nvSpPr>
        <p:spPr>
          <a:ln/>
        </p:spPr>
        <p:txBody>
          <a:bodyPr/>
          <a:lstStyle>
            <a:lvl1pPr>
              <a:defRPr/>
            </a:lvl1pPr>
          </a:lstStyle>
          <a:p>
            <a:pPr>
              <a:defRPr/>
            </a:pPr>
            <a:endParaRPr lang="es-ES"/>
          </a:p>
        </p:txBody>
      </p:sp>
      <p:sp>
        <p:nvSpPr>
          <p:cNvPr id="8" name="Rectangle 5"/>
          <p:cNvSpPr>
            <a:spLocks noGrp="1" noChangeArrowheads="1"/>
          </p:cNvSpPr>
          <p:nvPr>
            <p:ph type="ftr" sz="quarter" idx="11"/>
          </p:nvPr>
        </p:nvSpPr>
        <p:spPr>
          <a:ln/>
        </p:spPr>
        <p:txBody>
          <a:bodyPr/>
          <a:lstStyle>
            <a:lvl1pPr>
              <a:defRPr/>
            </a:lvl1pPr>
          </a:lstStyle>
          <a:p>
            <a:pPr>
              <a:defRPr/>
            </a:pPr>
            <a:endParaRPr lang="es-ES"/>
          </a:p>
        </p:txBody>
      </p:sp>
      <p:sp>
        <p:nvSpPr>
          <p:cNvPr id="9" name="Rectangle 6"/>
          <p:cNvSpPr>
            <a:spLocks noGrp="1" noChangeArrowheads="1"/>
          </p:cNvSpPr>
          <p:nvPr>
            <p:ph type="sldNum" sz="quarter" idx="12"/>
          </p:nvPr>
        </p:nvSpPr>
        <p:spPr>
          <a:ln/>
        </p:spPr>
        <p:txBody>
          <a:bodyPr/>
          <a:lstStyle>
            <a:lvl1pPr>
              <a:defRPr/>
            </a:lvl1pPr>
          </a:lstStyle>
          <a:p>
            <a:pPr>
              <a:defRPr/>
            </a:pPr>
            <a:fld id="{72187A56-DB06-4566-A3F1-7725528C7CEF}" type="slidenum">
              <a:rPr lang="es-MX"/>
              <a:pPr>
                <a:defRPr/>
              </a:pPr>
              <a:t>‹Nº›</a:t>
            </a:fld>
            <a:endParaRPr lang="es-MX"/>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
        <p:nvSpPr>
          <p:cNvPr id="3" name="Rectangle 4"/>
          <p:cNvSpPr>
            <a:spLocks noGrp="1" noChangeArrowheads="1"/>
          </p:cNvSpPr>
          <p:nvPr>
            <p:ph type="dt" sz="half" idx="10"/>
          </p:nvPr>
        </p:nvSpPr>
        <p:spPr>
          <a:ln/>
        </p:spPr>
        <p:txBody>
          <a:bodyPr/>
          <a:lstStyle>
            <a:lvl1pPr>
              <a:defRPr/>
            </a:lvl1pPr>
          </a:lstStyle>
          <a:p>
            <a:pPr>
              <a:defRPr/>
            </a:pPr>
            <a:endParaRPr lang="es-ES"/>
          </a:p>
        </p:txBody>
      </p:sp>
      <p:sp>
        <p:nvSpPr>
          <p:cNvPr id="4" name="Rectangle 5"/>
          <p:cNvSpPr>
            <a:spLocks noGrp="1" noChangeArrowheads="1"/>
          </p:cNvSpPr>
          <p:nvPr>
            <p:ph type="ftr" sz="quarter" idx="11"/>
          </p:nvPr>
        </p:nvSpPr>
        <p:spPr>
          <a:ln/>
        </p:spPr>
        <p:txBody>
          <a:bodyPr/>
          <a:lstStyle>
            <a:lvl1pPr>
              <a:defRPr/>
            </a:lvl1pPr>
          </a:lstStyle>
          <a:p>
            <a:pPr>
              <a:defRPr/>
            </a:pPr>
            <a:endParaRPr lang="es-ES"/>
          </a:p>
        </p:txBody>
      </p:sp>
      <p:sp>
        <p:nvSpPr>
          <p:cNvPr id="5" name="Rectangle 6"/>
          <p:cNvSpPr>
            <a:spLocks noGrp="1" noChangeArrowheads="1"/>
          </p:cNvSpPr>
          <p:nvPr>
            <p:ph type="sldNum" sz="quarter" idx="12"/>
          </p:nvPr>
        </p:nvSpPr>
        <p:spPr>
          <a:ln/>
        </p:spPr>
        <p:txBody>
          <a:bodyPr/>
          <a:lstStyle>
            <a:lvl1pPr>
              <a:defRPr/>
            </a:lvl1pPr>
          </a:lstStyle>
          <a:p>
            <a:pPr>
              <a:defRPr/>
            </a:pPr>
            <a:fld id="{D754EBA6-BAAA-49ED-92AD-54F13610367E}" type="slidenum">
              <a:rPr lang="es-MX"/>
              <a:pPr>
                <a:defRPr/>
              </a:pPr>
              <a:t>‹Nº›</a:t>
            </a:fld>
            <a:endParaRPr lang="es-MX"/>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s-ES"/>
          </a:p>
        </p:txBody>
      </p:sp>
      <p:sp>
        <p:nvSpPr>
          <p:cNvPr id="3" name="Rectangle 5"/>
          <p:cNvSpPr>
            <a:spLocks noGrp="1" noChangeArrowheads="1"/>
          </p:cNvSpPr>
          <p:nvPr>
            <p:ph type="ftr" sz="quarter" idx="11"/>
          </p:nvPr>
        </p:nvSpPr>
        <p:spPr>
          <a:ln/>
        </p:spPr>
        <p:txBody>
          <a:bodyPr/>
          <a:lstStyle>
            <a:lvl1pPr>
              <a:defRPr/>
            </a:lvl1pPr>
          </a:lstStyle>
          <a:p>
            <a:pPr>
              <a:defRPr/>
            </a:pPr>
            <a:endParaRPr lang="es-ES"/>
          </a:p>
        </p:txBody>
      </p:sp>
      <p:sp>
        <p:nvSpPr>
          <p:cNvPr id="4" name="Rectangle 6"/>
          <p:cNvSpPr>
            <a:spLocks noGrp="1" noChangeArrowheads="1"/>
          </p:cNvSpPr>
          <p:nvPr>
            <p:ph type="sldNum" sz="quarter" idx="12"/>
          </p:nvPr>
        </p:nvSpPr>
        <p:spPr>
          <a:ln/>
        </p:spPr>
        <p:txBody>
          <a:bodyPr/>
          <a:lstStyle>
            <a:lvl1pPr>
              <a:defRPr/>
            </a:lvl1pPr>
          </a:lstStyle>
          <a:p>
            <a:pPr>
              <a:defRPr/>
            </a:pPr>
            <a:fld id="{B97B8945-0A30-4EA3-B64B-0449F5E28382}" type="slidenum">
              <a:rPr lang="es-MX"/>
              <a:pPr>
                <a:defRPr/>
              </a:pPr>
              <a:t>‹Nº›</a:t>
            </a:fld>
            <a:endParaRPr lang="es-MX"/>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647825" y="1720850"/>
            <a:ext cx="10837863" cy="7319963"/>
          </a:xfrm>
        </p:spPr>
        <p:txBody>
          <a:bodyPr anchor="b"/>
          <a:lstStyle>
            <a:lvl1pPr algn="l">
              <a:defRPr sz="2000" b="1"/>
            </a:lvl1pPr>
          </a:lstStyle>
          <a:p>
            <a:r>
              <a:rPr lang="es-ES"/>
              <a:t>Haga clic para modificar el estilo de título del patrón</a:t>
            </a:r>
          </a:p>
        </p:txBody>
      </p:sp>
      <p:sp>
        <p:nvSpPr>
          <p:cNvPr id="3" name="2 Marcador de contenido"/>
          <p:cNvSpPr>
            <a:spLocks noGrp="1"/>
          </p:cNvSpPr>
          <p:nvPr>
            <p:ph idx="1"/>
          </p:nvPr>
        </p:nvSpPr>
        <p:spPr>
          <a:xfrm>
            <a:off x="12879388" y="1720850"/>
            <a:ext cx="18416587" cy="3687445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texto"/>
          <p:cNvSpPr>
            <a:spLocks noGrp="1"/>
          </p:cNvSpPr>
          <p:nvPr>
            <p:ph type="body" sz="half" idx="2"/>
          </p:nvPr>
        </p:nvSpPr>
        <p:spPr>
          <a:xfrm>
            <a:off x="1647825" y="9040813"/>
            <a:ext cx="10837863" cy="2955448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Rectangle 4"/>
          <p:cNvSpPr>
            <a:spLocks noGrp="1" noChangeArrowheads="1"/>
          </p:cNvSpPr>
          <p:nvPr>
            <p:ph type="dt" sz="half" idx="10"/>
          </p:nvPr>
        </p:nvSpPr>
        <p:spPr>
          <a:ln/>
        </p:spPr>
        <p:txBody>
          <a:bodyPr/>
          <a:lstStyle>
            <a:lvl1pPr>
              <a:defRPr/>
            </a:lvl1pPr>
          </a:lstStyle>
          <a:p>
            <a:pPr>
              <a:defRPr/>
            </a:pPr>
            <a:endParaRPr lang="es-ES"/>
          </a:p>
        </p:txBody>
      </p:sp>
      <p:sp>
        <p:nvSpPr>
          <p:cNvPr id="6" name="Rectangle 5"/>
          <p:cNvSpPr>
            <a:spLocks noGrp="1" noChangeArrowheads="1"/>
          </p:cNvSpPr>
          <p:nvPr>
            <p:ph type="ftr" sz="quarter" idx="11"/>
          </p:nvPr>
        </p:nvSpPr>
        <p:spPr>
          <a:ln/>
        </p:spPr>
        <p:txBody>
          <a:bodyPr/>
          <a:lstStyle>
            <a:lvl1pPr>
              <a:defRPr/>
            </a:lvl1pPr>
          </a:lstStyle>
          <a:p>
            <a:pPr>
              <a:defRPr/>
            </a:pPr>
            <a:endParaRPr lang="es-ES"/>
          </a:p>
        </p:txBody>
      </p:sp>
      <p:sp>
        <p:nvSpPr>
          <p:cNvPr id="7" name="Rectangle 6"/>
          <p:cNvSpPr>
            <a:spLocks noGrp="1" noChangeArrowheads="1"/>
          </p:cNvSpPr>
          <p:nvPr>
            <p:ph type="sldNum" sz="quarter" idx="12"/>
          </p:nvPr>
        </p:nvSpPr>
        <p:spPr>
          <a:ln/>
        </p:spPr>
        <p:txBody>
          <a:bodyPr/>
          <a:lstStyle>
            <a:lvl1pPr>
              <a:defRPr/>
            </a:lvl1pPr>
          </a:lstStyle>
          <a:p>
            <a:pPr>
              <a:defRPr/>
            </a:pPr>
            <a:fld id="{A9C8FAC0-E63B-4DE5-B1DB-E098CDAA3752}" type="slidenum">
              <a:rPr lang="es-MX"/>
              <a:pPr>
                <a:defRPr/>
              </a:pPr>
              <a:t>‹Nº›</a:t>
            </a:fld>
            <a:endParaRPr lang="es-MX"/>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6457950" y="30243463"/>
            <a:ext cx="19765963" cy="3570287"/>
          </a:xfrm>
        </p:spPr>
        <p:txBody>
          <a:bodyPr anchor="b"/>
          <a:lstStyle>
            <a:lvl1pPr algn="l">
              <a:defRPr sz="2000" b="1"/>
            </a:lvl1pPr>
          </a:lstStyle>
          <a:p>
            <a:r>
              <a:rPr lang="es-ES"/>
              <a:t>Haga clic para modificar el estilo de título del patrón</a:t>
            </a:r>
          </a:p>
        </p:txBody>
      </p:sp>
      <p:sp>
        <p:nvSpPr>
          <p:cNvPr id="3" name="2 Marcador de posición de imagen"/>
          <p:cNvSpPr>
            <a:spLocks noGrp="1"/>
          </p:cNvSpPr>
          <p:nvPr>
            <p:ph type="pic" idx="1"/>
          </p:nvPr>
        </p:nvSpPr>
        <p:spPr>
          <a:xfrm>
            <a:off x="6457950" y="3860800"/>
            <a:ext cx="19765963" cy="25922288"/>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s-ES" noProof="0"/>
          </a:p>
        </p:txBody>
      </p:sp>
      <p:sp>
        <p:nvSpPr>
          <p:cNvPr id="4" name="3 Marcador de texto"/>
          <p:cNvSpPr>
            <a:spLocks noGrp="1"/>
          </p:cNvSpPr>
          <p:nvPr>
            <p:ph type="body" sz="half" idx="2"/>
          </p:nvPr>
        </p:nvSpPr>
        <p:spPr>
          <a:xfrm>
            <a:off x="6457950" y="33813750"/>
            <a:ext cx="19765963" cy="507047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Rectangle 4"/>
          <p:cNvSpPr>
            <a:spLocks noGrp="1" noChangeArrowheads="1"/>
          </p:cNvSpPr>
          <p:nvPr>
            <p:ph type="dt" sz="half" idx="10"/>
          </p:nvPr>
        </p:nvSpPr>
        <p:spPr>
          <a:ln/>
        </p:spPr>
        <p:txBody>
          <a:bodyPr/>
          <a:lstStyle>
            <a:lvl1pPr>
              <a:defRPr/>
            </a:lvl1pPr>
          </a:lstStyle>
          <a:p>
            <a:pPr>
              <a:defRPr/>
            </a:pPr>
            <a:endParaRPr lang="es-ES"/>
          </a:p>
        </p:txBody>
      </p:sp>
      <p:sp>
        <p:nvSpPr>
          <p:cNvPr id="6" name="Rectangle 5"/>
          <p:cNvSpPr>
            <a:spLocks noGrp="1" noChangeArrowheads="1"/>
          </p:cNvSpPr>
          <p:nvPr>
            <p:ph type="ftr" sz="quarter" idx="11"/>
          </p:nvPr>
        </p:nvSpPr>
        <p:spPr>
          <a:ln/>
        </p:spPr>
        <p:txBody>
          <a:bodyPr/>
          <a:lstStyle>
            <a:lvl1pPr>
              <a:defRPr/>
            </a:lvl1pPr>
          </a:lstStyle>
          <a:p>
            <a:pPr>
              <a:defRPr/>
            </a:pPr>
            <a:endParaRPr lang="es-ES"/>
          </a:p>
        </p:txBody>
      </p:sp>
      <p:sp>
        <p:nvSpPr>
          <p:cNvPr id="7" name="Rectangle 6"/>
          <p:cNvSpPr>
            <a:spLocks noGrp="1" noChangeArrowheads="1"/>
          </p:cNvSpPr>
          <p:nvPr>
            <p:ph type="sldNum" sz="quarter" idx="12"/>
          </p:nvPr>
        </p:nvSpPr>
        <p:spPr>
          <a:ln/>
        </p:spPr>
        <p:txBody>
          <a:bodyPr/>
          <a:lstStyle>
            <a:lvl1pPr>
              <a:defRPr/>
            </a:lvl1pPr>
          </a:lstStyle>
          <a:p>
            <a:pPr>
              <a:defRPr/>
            </a:pPr>
            <a:fld id="{C2C96E8E-C650-476F-8A7A-3B9BA500DA17}" type="slidenum">
              <a:rPr lang="es-MX"/>
              <a:pPr>
                <a:defRPr/>
              </a:pPr>
              <a:t>‹Nº›</a:t>
            </a:fld>
            <a:endParaRPr lang="es-MX"/>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
        <p:nvSpPr>
          <p:cNvPr id="3" name="2 Marcador de texto vertical"/>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Rectangle 4"/>
          <p:cNvSpPr>
            <a:spLocks noGrp="1" noChangeArrowheads="1"/>
          </p:cNvSpPr>
          <p:nvPr>
            <p:ph type="dt" sz="half" idx="10"/>
          </p:nvPr>
        </p:nvSpPr>
        <p:spPr>
          <a:ln/>
        </p:spPr>
        <p:txBody>
          <a:bodyPr/>
          <a:lstStyle>
            <a:lvl1pPr>
              <a:defRPr/>
            </a:lvl1pPr>
          </a:lstStyle>
          <a:p>
            <a:pPr>
              <a:defRPr/>
            </a:pPr>
            <a:endParaRPr lang="es-ES"/>
          </a:p>
        </p:txBody>
      </p:sp>
      <p:sp>
        <p:nvSpPr>
          <p:cNvPr id="5" name="Rectangle 5"/>
          <p:cNvSpPr>
            <a:spLocks noGrp="1" noChangeArrowheads="1"/>
          </p:cNvSpPr>
          <p:nvPr>
            <p:ph type="ftr" sz="quarter" idx="11"/>
          </p:nvPr>
        </p:nvSpPr>
        <p:spPr>
          <a:ln/>
        </p:spPr>
        <p:txBody>
          <a:bodyPr/>
          <a:lstStyle>
            <a:lvl1pPr>
              <a:defRPr/>
            </a:lvl1pPr>
          </a:lstStyle>
          <a:p>
            <a:pPr>
              <a:defRPr/>
            </a:pPr>
            <a:endParaRPr lang="es-ES"/>
          </a:p>
        </p:txBody>
      </p:sp>
      <p:sp>
        <p:nvSpPr>
          <p:cNvPr id="6" name="Rectangle 6"/>
          <p:cNvSpPr>
            <a:spLocks noGrp="1" noChangeArrowheads="1"/>
          </p:cNvSpPr>
          <p:nvPr>
            <p:ph type="sldNum" sz="quarter" idx="12"/>
          </p:nvPr>
        </p:nvSpPr>
        <p:spPr>
          <a:ln/>
        </p:spPr>
        <p:txBody>
          <a:bodyPr/>
          <a:lstStyle>
            <a:lvl1pPr>
              <a:defRPr/>
            </a:lvl1pPr>
          </a:lstStyle>
          <a:p>
            <a:pPr>
              <a:defRPr/>
            </a:pPr>
            <a:fld id="{7B5E0672-8946-486F-980B-FCE6F6270570}" type="slidenum">
              <a:rPr lang="es-MX"/>
              <a:pPr>
                <a:defRPr/>
              </a:pPr>
              <a:t>‹Nº›</a:t>
            </a:fld>
            <a:endParaRPr lang="es-MX"/>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23883938" y="1730375"/>
            <a:ext cx="7412037" cy="36864925"/>
          </a:xfrm>
        </p:spPr>
        <p:txBody>
          <a:bodyPr vert="eaVert"/>
          <a:lstStyle/>
          <a:p>
            <a:r>
              <a:rPr lang="es-ES"/>
              <a:t>Haga clic para modificar el estilo de título del patrón</a:t>
            </a:r>
          </a:p>
        </p:txBody>
      </p:sp>
      <p:sp>
        <p:nvSpPr>
          <p:cNvPr id="3" name="2 Marcador de texto vertical"/>
          <p:cNvSpPr>
            <a:spLocks noGrp="1"/>
          </p:cNvSpPr>
          <p:nvPr>
            <p:ph type="body" orient="vert" idx="1"/>
          </p:nvPr>
        </p:nvSpPr>
        <p:spPr>
          <a:xfrm>
            <a:off x="1647825" y="1730375"/>
            <a:ext cx="22083713" cy="36864925"/>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Rectangle 4"/>
          <p:cNvSpPr>
            <a:spLocks noGrp="1" noChangeArrowheads="1"/>
          </p:cNvSpPr>
          <p:nvPr>
            <p:ph type="dt" sz="half" idx="10"/>
          </p:nvPr>
        </p:nvSpPr>
        <p:spPr>
          <a:ln/>
        </p:spPr>
        <p:txBody>
          <a:bodyPr/>
          <a:lstStyle>
            <a:lvl1pPr>
              <a:defRPr/>
            </a:lvl1pPr>
          </a:lstStyle>
          <a:p>
            <a:pPr>
              <a:defRPr/>
            </a:pPr>
            <a:endParaRPr lang="es-ES"/>
          </a:p>
        </p:txBody>
      </p:sp>
      <p:sp>
        <p:nvSpPr>
          <p:cNvPr id="5" name="Rectangle 5"/>
          <p:cNvSpPr>
            <a:spLocks noGrp="1" noChangeArrowheads="1"/>
          </p:cNvSpPr>
          <p:nvPr>
            <p:ph type="ftr" sz="quarter" idx="11"/>
          </p:nvPr>
        </p:nvSpPr>
        <p:spPr>
          <a:ln/>
        </p:spPr>
        <p:txBody>
          <a:bodyPr/>
          <a:lstStyle>
            <a:lvl1pPr>
              <a:defRPr/>
            </a:lvl1pPr>
          </a:lstStyle>
          <a:p>
            <a:pPr>
              <a:defRPr/>
            </a:pPr>
            <a:endParaRPr lang="es-ES"/>
          </a:p>
        </p:txBody>
      </p:sp>
      <p:sp>
        <p:nvSpPr>
          <p:cNvPr id="6" name="Rectangle 6"/>
          <p:cNvSpPr>
            <a:spLocks noGrp="1" noChangeArrowheads="1"/>
          </p:cNvSpPr>
          <p:nvPr>
            <p:ph type="sldNum" sz="quarter" idx="12"/>
          </p:nvPr>
        </p:nvSpPr>
        <p:spPr>
          <a:ln/>
        </p:spPr>
        <p:txBody>
          <a:bodyPr/>
          <a:lstStyle>
            <a:lvl1pPr>
              <a:defRPr/>
            </a:lvl1pPr>
          </a:lstStyle>
          <a:p>
            <a:pPr>
              <a:defRPr/>
            </a:pPr>
            <a:fld id="{DEA02C16-8498-426D-B814-FE7E96B837B9}" type="slidenum">
              <a:rPr lang="es-MX"/>
              <a:pPr>
                <a:defRPr/>
              </a:pPr>
              <a:t>‹Nº›</a:t>
            </a:fld>
            <a:endParaRPr lang="es-MX"/>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EB97"/>
            </a:gs>
            <a:gs pos="50000">
              <a:schemeClr val="bg1"/>
            </a:gs>
            <a:gs pos="100000">
              <a:srgbClr val="FFEB97"/>
            </a:gs>
          </a:gsLst>
          <a:lin ang="5400000" scaled="1"/>
        </a:gra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bwMode="auto">
          <a:xfrm>
            <a:off x="1647825" y="1730375"/>
            <a:ext cx="29648150" cy="7200900"/>
          </a:xfrm>
          <a:prstGeom prst="rect">
            <a:avLst/>
          </a:prstGeom>
          <a:noFill/>
          <a:ln w="9525">
            <a:noFill/>
            <a:miter lim="800000"/>
            <a:headEnd/>
            <a:tailEnd/>
          </a:ln>
        </p:spPr>
        <p:txBody>
          <a:bodyPr vert="horz" wrap="square" lIns="435136" tIns="217568" rIns="435136" bIns="217568" numCol="1" anchor="ctr" anchorCtr="0" compatLnSpc="1">
            <a:prstTxWarp prst="textNoShape">
              <a:avLst/>
            </a:prstTxWarp>
          </a:bodyPr>
          <a:lstStyle/>
          <a:p>
            <a:pPr lvl="0"/>
            <a:r>
              <a:rPr lang="es-MX"/>
              <a:t>Haga clic para cambiar el estilo de título	</a:t>
            </a:r>
          </a:p>
        </p:txBody>
      </p:sp>
      <p:sp>
        <p:nvSpPr>
          <p:cNvPr id="2051" name="Rectangle 3"/>
          <p:cNvSpPr>
            <a:spLocks noGrp="1" noChangeArrowheads="1"/>
          </p:cNvSpPr>
          <p:nvPr>
            <p:ph type="body" idx="1"/>
          </p:nvPr>
        </p:nvSpPr>
        <p:spPr bwMode="auto">
          <a:xfrm>
            <a:off x="1647825" y="10080625"/>
            <a:ext cx="29648150" cy="28514675"/>
          </a:xfrm>
          <a:prstGeom prst="rect">
            <a:avLst/>
          </a:prstGeom>
          <a:noFill/>
          <a:ln w="9525">
            <a:noFill/>
            <a:miter lim="800000"/>
            <a:headEnd/>
            <a:tailEnd/>
          </a:ln>
        </p:spPr>
        <p:txBody>
          <a:bodyPr vert="horz" wrap="square" lIns="435136" tIns="217568" rIns="435136" bIns="217568" numCol="1" anchor="t" anchorCtr="0" compatLnSpc="1">
            <a:prstTxWarp prst="textNoShape">
              <a:avLst/>
            </a:prstTxWarp>
          </a:bodyPr>
          <a:lstStyle/>
          <a:p>
            <a:pPr lvl="0"/>
            <a:r>
              <a:rPr lang="es-MX"/>
              <a:t>Haga clic para modificar el estilo de texto del patrón</a:t>
            </a:r>
          </a:p>
          <a:p>
            <a:pPr lvl="1"/>
            <a:r>
              <a:rPr lang="es-MX"/>
              <a:t>Segundo nivel</a:t>
            </a:r>
          </a:p>
          <a:p>
            <a:pPr lvl="2"/>
            <a:r>
              <a:rPr lang="es-MX"/>
              <a:t>Tercer nivel</a:t>
            </a:r>
          </a:p>
          <a:p>
            <a:pPr lvl="3"/>
            <a:r>
              <a:rPr lang="es-MX"/>
              <a:t>Cuarto nivel</a:t>
            </a:r>
          </a:p>
          <a:p>
            <a:pPr lvl="4"/>
            <a:r>
              <a:rPr lang="es-MX"/>
              <a:t>Quinto nivel</a:t>
            </a:r>
          </a:p>
        </p:txBody>
      </p:sp>
      <p:sp>
        <p:nvSpPr>
          <p:cNvPr id="1028" name="Rectangle 4"/>
          <p:cNvSpPr>
            <a:spLocks noGrp="1" noChangeArrowheads="1"/>
          </p:cNvSpPr>
          <p:nvPr>
            <p:ph type="dt" sz="half" idx="2"/>
          </p:nvPr>
        </p:nvSpPr>
        <p:spPr bwMode="auto">
          <a:xfrm>
            <a:off x="1647825" y="39344600"/>
            <a:ext cx="7686675" cy="3000375"/>
          </a:xfrm>
          <a:prstGeom prst="rect">
            <a:avLst/>
          </a:prstGeom>
          <a:noFill/>
          <a:ln w="9525">
            <a:noFill/>
            <a:miter lim="800000"/>
            <a:headEnd/>
            <a:tailEnd/>
          </a:ln>
          <a:effectLst/>
        </p:spPr>
        <p:txBody>
          <a:bodyPr vert="horz" wrap="square" lIns="435136" tIns="217568" rIns="435136" bIns="217568" numCol="1" anchor="t" anchorCtr="0" compatLnSpc="1">
            <a:prstTxWarp prst="textNoShape">
              <a:avLst/>
            </a:prstTxWarp>
          </a:bodyPr>
          <a:lstStyle>
            <a:lvl1pPr>
              <a:defRPr sz="6700"/>
            </a:lvl1pPr>
          </a:lstStyle>
          <a:p>
            <a:pPr>
              <a:defRPr/>
            </a:pPr>
            <a:endParaRPr lang="es-ES"/>
          </a:p>
        </p:txBody>
      </p:sp>
      <p:sp>
        <p:nvSpPr>
          <p:cNvPr id="1029" name="Rectangle 5"/>
          <p:cNvSpPr>
            <a:spLocks noGrp="1" noChangeArrowheads="1"/>
          </p:cNvSpPr>
          <p:nvPr>
            <p:ph type="ftr" sz="quarter" idx="3"/>
          </p:nvPr>
        </p:nvSpPr>
        <p:spPr bwMode="auto">
          <a:xfrm>
            <a:off x="11255375" y="39344600"/>
            <a:ext cx="10433050" cy="3000375"/>
          </a:xfrm>
          <a:prstGeom prst="rect">
            <a:avLst/>
          </a:prstGeom>
          <a:noFill/>
          <a:ln w="9525">
            <a:noFill/>
            <a:miter lim="800000"/>
            <a:headEnd/>
            <a:tailEnd/>
          </a:ln>
          <a:effectLst/>
        </p:spPr>
        <p:txBody>
          <a:bodyPr vert="horz" wrap="square" lIns="435136" tIns="217568" rIns="435136" bIns="217568" numCol="1" anchor="t" anchorCtr="0" compatLnSpc="1">
            <a:prstTxWarp prst="textNoShape">
              <a:avLst/>
            </a:prstTxWarp>
          </a:bodyPr>
          <a:lstStyle>
            <a:lvl1pPr algn="ctr">
              <a:defRPr sz="6700"/>
            </a:lvl1pPr>
          </a:lstStyle>
          <a:p>
            <a:pPr>
              <a:defRPr/>
            </a:pPr>
            <a:endParaRPr lang="es-ES"/>
          </a:p>
        </p:txBody>
      </p:sp>
      <p:sp>
        <p:nvSpPr>
          <p:cNvPr id="1030" name="Rectangle 6"/>
          <p:cNvSpPr>
            <a:spLocks noGrp="1" noChangeArrowheads="1"/>
          </p:cNvSpPr>
          <p:nvPr>
            <p:ph type="sldNum" sz="quarter" idx="4"/>
          </p:nvPr>
        </p:nvSpPr>
        <p:spPr bwMode="auto">
          <a:xfrm>
            <a:off x="23609300" y="39344600"/>
            <a:ext cx="7686675" cy="3000375"/>
          </a:xfrm>
          <a:prstGeom prst="rect">
            <a:avLst/>
          </a:prstGeom>
          <a:noFill/>
          <a:ln w="9525">
            <a:noFill/>
            <a:miter lim="800000"/>
            <a:headEnd/>
            <a:tailEnd/>
          </a:ln>
          <a:effectLst/>
        </p:spPr>
        <p:txBody>
          <a:bodyPr vert="horz" wrap="square" lIns="435136" tIns="217568" rIns="435136" bIns="217568" numCol="1" anchor="t" anchorCtr="0" compatLnSpc="1">
            <a:prstTxWarp prst="textNoShape">
              <a:avLst/>
            </a:prstTxWarp>
          </a:bodyPr>
          <a:lstStyle>
            <a:lvl1pPr algn="r">
              <a:defRPr sz="6700"/>
            </a:lvl1pPr>
          </a:lstStyle>
          <a:p>
            <a:pPr>
              <a:defRPr/>
            </a:pPr>
            <a:fld id="{A4E45934-7DA8-4F86-B2A4-2848DE05595E}" type="slidenum">
              <a:rPr lang="es-MX"/>
              <a:pPr>
                <a:defRPr/>
              </a:pPr>
              <a:t>‹Nº›</a:t>
            </a:fld>
            <a:endParaRPr lang="es-MX"/>
          </a:p>
        </p:txBody>
      </p:sp>
    </p:spTree>
  </p:cSld>
  <p:clrMap bg1="lt1" tx1="dk1" bg2="lt2" tx2="dk2" accent1="accent1" accent2="accent2" accent3="accent3" accent4="accent4" accent5="accent5" accent6="accent6" hlink="hlink" folHlink="folHlink"/>
  <p:sldLayoutIdLst>
    <p:sldLayoutId id="2147483659" r:id="rId1"/>
    <p:sldLayoutId id="2147483658" r:id="rId2"/>
    <p:sldLayoutId id="2147483657" r:id="rId3"/>
    <p:sldLayoutId id="2147483656" r:id="rId4"/>
    <p:sldLayoutId id="2147483655" r:id="rId5"/>
    <p:sldLayoutId id="2147483654" r:id="rId6"/>
    <p:sldLayoutId id="2147483653" r:id="rId7"/>
    <p:sldLayoutId id="2147483652" r:id="rId8"/>
    <p:sldLayoutId id="2147483651" r:id="rId9"/>
    <p:sldLayoutId id="2147483650" r:id="rId10"/>
    <p:sldLayoutId id="2147483649" r:id="rId11"/>
  </p:sldLayoutIdLst>
  <p:txStyles>
    <p:titleStyle>
      <a:lvl1pPr algn="ctr" defTabSz="4351338" rtl="0" eaLnBrk="0" fontAlgn="base" hangingPunct="0">
        <a:spcBef>
          <a:spcPct val="0"/>
        </a:spcBef>
        <a:spcAft>
          <a:spcPct val="0"/>
        </a:spcAft>
        <a:defRPr sz="20900">
          <a:solidFill>
            <a:schemeClr val="tx2"/>
          </a:solidFill>
          <a:latin typeface="+mj-lt"/>
          <a:ea typeface="+mj-ea"/>
          <a:cs typeface="+mj-cs"/>
        </a:defRPr>
      </a:lvl1pPr>
      <a:lvl2pPr algn="ctr" defTabSz="4351338" rtl="0" eaLnBrk="0" fontAlgn="base" hangingPunct="0">
        <a:spcBef>
          <a:spcPct val="0"/>
        </a:spcBef>
        <a:spcAft>
          <a:spcPct val="0"/>
        </a:spcAft>
        <a:defRPr sz="20900">
          <a:solidFill>
            <a:schemeClr val="tx2"/>
          </a:solidFill>
          <a:latin typeface="Arial" charset="0"/>
        </a:defRPr>
      </a:lvl2pPr>
      <a:lvl3pPr algn="ctr" defTabSz="4351338" rtl="0" eaLnBrk="0" fontAlgn="base" hangingPunct="0">
        <a:spcBef>
          <a:spcPct val="0"/>
        </a:spcBef>
        <a:spcAft>
          <a:spcPct val="0"/>
        </a:spcAft>
        <a:defRPr sz="20900">
          <a:solidFill>
            <a:schemeClr val="tx2"/>
          </a:solidFill>
          <a:latin typeface="Arial" charset="0"/>
        </a:defRPr>
      </a:lvl3pPr>
      <a:lvl4pPr algn="ctr" defTabSz="4351338" rtl="0" eaLnBrk="0" fontAlgn="base" hangingPunct="0">
        <a:spcBef>
          <a:spcPct val="0"/>
        </a:spcBef>
        <a:spcAft>
          <a:spcPct val="0"/>
        </a:spcAft>
        <a:defRPr sz="20900">
          <a:solidFill>
            <a:schemeClr val="tx2"/>
          </a:solidFill>
          <a:latin typeface="Arial" charset="0"/>
        </a:defRPr>
      </a:lvl4pPr>
      <a:lvl5pPr algn="ctr" defTabSz="4351338" rtl="0" eaLnBrk="0" fontAlgn="base" hangingPunct="0">
        <a:spcBef>
          <a:spcPct val="0"/>
        </a:spcBef>
        <a:spcAft>
          <a:spcPct val="0"/>
        </a:spcAft>
        <a:defRPr sz="20900">
          <a:solidFill>
            <a:schemeClr val="tx2"/>
          </a:solidFill>
          <a:latin typeface="Arial" charset="0"/>
        </a:defRPr>
      </a:lvl5pPr>
      <a:lvl6pPr marL="457200" algn="ctr" defTabSz="4351338" rtl="0" fontAlgn="base">
        <a:spcBef>
          <a:spcPct val="0"/>
        </a:spcBef>
        <a:spcAft>
          <a:spcPct val="0"/>
        </a:spcAft>
        <a:defRPr sz="20900">
          <a:solidFill>
            <a:schemeClr val="tx2"/>
          </a:solidFill>
          <a:latin typeface="Arial" charset="0"/>
        </a:defRPr>
      </a:lvl6pPr>
      <a:lvl7pPr marL="914400" algn="ctr" defTabSz="4351338" rtl="0" fontAlgn="base">
        <a:spcBef>
          <a:spcPct val="0"/>
        </a:spcBef>
        <a:spcAft>
          <a:spcPct val="0"/>
        </a:spcAft>
        <a:defRPr sz="20900">
          <a:solidFill>
            <a:schemeClr val="tx2"/>
          </a:solidFill>
          <a:latin typeface="Arial" charset="0"/>
        </a:defRPr>
      </a:lvl7pPr>
      <a:lvl8pPr marL="1371600" algn="ctr" defTabSz="4351338" rtl="0" fontAlgn="base">
        <a:spcBef>
          <a:spcPct val="0"/>
        </a:spcBef>
        <a:spcAft>
          <a:spcPct val="0"/>
        </a:spcAft>
        <a:defRPr sz="20900">
          <a:solidFill>
            <a:schemeClr val="tx2"/>
          </a:solidFill>
          <a:latin typeface="Arial" charset="0"/>
        </a:defRPr>
      </a:lvl8pPr>
      <a:lvl9pPr marL="1828800" algn="ctr" defTabSz="4351338" rtl="0" fontAlgn="base">
        <a:spcBef>
          <a:spcPct val="0"/>
        </a:spcBef>
        <a:spcAft>
          <a:spcPct val="0"/>
        </a:spcAft>
        <a:defRPr sz="20900">
          <a:solidFill>
            <a:schemeClr val="tx2"/>
          </a:solidFill>
          <a:latin typeface="Arial" charset="0"/>
        </a:defRPr>
      </a:lvl9pPr>
    </p:titleStyle>
    <p:bodyStyle>
      <a:lvl1pPr marL="1631950" indent="-1631950" algn="l" defTabSz="4351338" rtl="0" eaLnBrk="0" fontAlgn="base" hangingPunct="0">
        <a:spcBef>
          <a:spcPct val="20000"/>
        </a:spcBef>
        <a:spcAft>
          <a:spcPct val="0"/>
        </a:spcAft>
        <a:buChar char="•"/>
        <a:defRPr sz="15200">
          <a:solidFill>
            <a:schemeClr val="tx1"/>
          </a:solidFill>
          <a:latin typeface="+mn-lt"/>
          <a:ea typeface="+mn-ea"/>
          <a:cs typeface="+mn-cs"/>
        </a:defRPr>
      </a:lvl1pPr>
      <a:lvl2pPr marL="3535363" indent="-1358900" algn="l" defTabSz="4351338" rtl="0" eaLnBrk="0" fontAlgn="base" hangingPunct="0">
        <a:spcBef>
          <a:spcPct val="20000"/>
        </a:spcBef>
        <a:spcAft>
          <a:spcPct val="0"/>
        </a:spcAft>
        <a:buChar char="–"/>
        <a:defRPr sz="13300">
          <a:solidFill>
            <a:schemeClr val="tx1"/>
          </a:solidFill>
          <a:latin typeface="+mn-lt"/>
        </a:defRPr>
      </a:lvl2pPr>
      <a:lvl3pPr marL="5438775" indent="-1087438" algn="l" defTabSz="4351338" rtl="0" eaLnBrk="0" fontAlgn="base" hangingPunct="0">
        <a:spcBef>
          <a:spcPct val="20000"/>
        </a:spcBef>
        <a:spcAft>
          <a:spcPct val="0"/>
        </a:spcAft>
        <a:buChar char="•"/>
        <a:defRPr sz="11400">
          <a:solidFill>
            <a:schemeClr val="tx1"/>
          </a:solidFill>
          <a:latin typeface="+mn-lt"/>
        </a:defRPr>
      </a:lvl3pPr>
      <a:lvl4pPr marL="7615238" indent="-1087438" algn="l" defTabSz="4351338" rtl="0" eaLnBrk="0" fontAlgn="base" hangingPunct="0">
        <a:spcBef>
          <a:spcPct val="20000"/>
        </a:spcBef>
        <a:spcAft>
          <a:spcPct val="0"/>
        </a:spcAft>
        <a:buChar char="–"/>
        <a:defRPr sz="9500">
          <a:solidFill>
            <a:schemeClr val="tx1"/>
          </a:solidFill>
          <a:latin typeface="+mn-lt"/>
        </a:defRPr>
      </a:lvl4pPr>
      <a:lvl5pPr marL="9790113" indent="-1087438" algn="l" defTabSz="4351338" rtl="0" eaLnBrk="0" fontAlgn="base" hangingPunct="0">
        <a:spcBef>
          <a:spcPct val="20000"/>
        </a:spcBef>
        <a:spcAft>
          <a:spcPct val="0"/>
        </a:spcAft>
        <a:buChar char="»"/>
        <a:defRPr sz="9500">
          <a:solidFill>
            <a:schemeClr val="tx1"/>
          </a:solidFill>
          <a:latin typeface="+mn-lt"/>
        </a:defRPr>
      </a:lvl5pPr>
      <a:lvl6pPr marL="10247313" indent="-1087438" algn="l" defTabSz="4351338" rtl="0" fontAlgn="base">
        <a:spcBef>
          <a:spcPct val="20000"/>
        </a:spcBef>
        <a:spcAft>
          <a:spcPct val="0"/>
        </a:spcAft>
        <a:buChar char="»"/>
        <a:defRPr sz="9500">
          <a:solidFill>
            <a:schemeClr val="tx1"/>
          </a:solidFill>
          <a:latin typeface="+mn-lt"/>
        </a:defRPr>
      </a:lvl6pPr>
      <a:lvl7pPr marL="10704513" indent="-1087438" algn="l" defTabSz="4351338" rtl="0" fontAlgn="base">
        <a:spcBef>
          <a:spcPct val="20000"/>
        </a:spcBef>
        <a:spcAft>
          <a:spcPct val="0"/>
        </a:spcAft>
        <a:buChar char="»"/>
        <a:defRPr sz="9500">
          <a:solidFill>
            <a:schemeClr val="tx1"/>
          </a:solidFill>
          <a:latin typeface="+mn-lt"/>
        </a:defRPr>
      </a:lvl7pPr>
      <a:lvl8pPr marL="11161713" indent="-1087438" algn="l" defTabSz="4351338" rtl="0" fontAlgn="base">
        <a:spcBef>
          <a:spcPct val="20000"/>
        </a:spcBef>
        <a:spcAft>
          <a:spcPct val="0"/>
        </a:spcAft>
        <a:buChar char="»"/>
        <a:defRPr sz="9500">
          <a:solidFill>
            <a:schemeClr val="tx1"/>
          </a:solidFill>
          <a:latin typeface="+mn-lt"/>
        </a:defRPr>
      </a:lvl8pPr>
      <a:lvl9pPr marL="11618913" indent="-1087438" algn="l" defTabSz="4351338" rtl="0" fontAlgn="base">
        <a:spcBef>
          <a:spcPct val="20000"/>
        </a:spcBef>
        <a:spcAft>
          <a:spcPct val="0"/>
        </a:spcAft>
        <a:buChar char="»"/>
        <a:defRPr sz="9500">
          <a:solidFill>
            <a:schemeClr val="tx1"/>
          </a:solidFill>
          <a:latin typeface="+mn-lt"/>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image" Target="../media/image10.png"/><Relationship Id="rId3" Type="http://schemas.openxmlformats.org/officeDocument/2006/relationships/image" Target="../media/image1.wmf"/><Relationship Id="rId7" Type="http://schemas.openxmlformats.org/officeDocument/2006/relationships/image" Target="../media/image4.png"/><Relationship Id="rId12" Type="http://schemas.openxmlformats.org/officeDocument/2006/relationships/image" Target="../media/image9.png"/><Relationship Id="rId2" Type="http://schemas.openxmlformats.org/officeDocument/2006/relationships/oleObject" Target="../embeddings/oleObject1.bin"/><Relationship Id="rId1" Type="http://schemas.openxmlformats.org/officeDocument/2006/relationships/slideLayout" Target="../slideLayouts/slideLayout1.xml"/><Relationship Id="rId6" Type="http://schemas.openxmlformats.org/officeDocument/2006/relationships/image" Target="../media/image3.png"/><Relationship Id="rId11" Type="http://schemas.openxmlformats.org/officeDocument/2006/relationships/image" Target="../media/image8.png"/><Relationship Id="rId5" Type="http://schemas.openxmlformats.org/officeDocument/2006/relationships/image" Target="../media/image2.png"/><Relationship Id="rId15" Type="http://schemas.openxmlformats.org/officeDocument/2006/relationships/image" Target="../media/image12.png"/><Relationship Id="rId10" Type="http://schemas.openxmlformats.org/officeDocument/2006/relationships/image" Target="../media/image7.png"/><Relationship Id="rId4" Type="http://schemas.openxmlformats.org/officeDocument/2006/relationships/hyperlink" Target="mailto:raul.irving.cuapantecatl@estudiante.uacm.edu.mx" TargetMode="External"/><Relationship Id="rId9" Type="http://schemas.openxmlformats.org/officeDocument/2006/relationships/image" Target="../media/image6.png"/><Relationship Id="rId1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AutoShape 4"/>
          <p:cNvSpPr>
            <a:spLocks noChangeArrowheads="1"/>
          </p:cNvSpPr>
          <p:nvPr/>
        </p:nvSpPr>
        <p:spPr bwMode="auto">
          <a:xfrm>
            <a:off x="1041400" y="1028700"/>
            <a:ext cx="30697488" cy="5072063"/>
          </a:xfrm>
          <a:prstGeom prst="roundRect">
            <a:avLst>
              <a:gd name="adj" fmla="val 16667"/>
            </a:avLst>
          </a:prstGeom>
          <a:solidFill>
            <a:schemeClr val="bg1"/>
          </a:solidFill>
          <a:ln w="76200">
            <a:solidFill>
              <a:srgbClr val="FF6600"/>
            </a:solidFill>
            <a:round/>
            <a:headEnd/>
            <a:tailEnd/>
          </a:ln>
        </p:spPr>
        <p:txBody>
          <a:bodyPr wrap="none" anchor="ctr"/>
          <a:lstStyle/>
          <a:p>
            <a:r>
              <a:rPr kumimoji="0" lang="es-MX" altLang="es-MX" sz="3200" b="1" i="0" u="none" strike="noStrike" cap="none" normalizeH="0" baseline="0" dirty="0">
                <a:ln>
                  <a:noFill/>
                </a:ln>
                <a:solidFill>
                  <a:srgbClr val="000000"/>
                </a:solidFill>
                <a:effectLst/>
                <a:latin typeface="Arial" panose="020B0604020202020204" pitchFamily="34" charset="0"/>
                <a:cs typeface="Arial" panose="020B0604020202020204" pitchFamily="34" charset="0"/>
              </a:rPr>
              <a:t>                 MSCS</a:t>
            </a:r>
            <a:endParaRPr lang="es-ES" sz="3200" dirty="0"/>
          </a:p>
        </p:txBody>
      </p:sp>
      <p:grpSp>
        <p:nvGrpSpPr>
          <p:cNvPr id="1030" name="Group 116"/>
          <p:cNvGrpSpPr>
            <a:grpSpLocks/>
          </p:cNvGrpSpPr>
          <p:nvPr/>
        </p:nvGrpSpPr>
        <p:grpSpPr bwMode="auto">
          <a:xfrm>
            <a:off x="0" y="-42863"/>
            <a:ext cx="32973963" cy="43248263"/>
            <a:chOff x="19" y="0"/>
            <a:chExt cx="20771" cy="27243"/>
          </a:xfrm>
        </p:grpSpPr>
        <p:sp>
          <p:nvSpPr>
            <p:cNvPr id="1084" name="Rectangle 14"/>
            <p:cNvSpPr>
              <a:spLocks noChangeArrowheads="1"/>
            </p:cNvSpPr>
            <p:nvPr/>
          </p:nvSpPr>
          <p:spPr bwMode="auto">
            <a:xfrm>
              <a:off x="19" y="27"/>
              <a:ext cx="453" cy="27216"/>
            </a:xfrm>
            <a:prstGeom prst="rect">
              <a:avLst/>
            </a:prstGeom>
            <a:solidFill>
              <a:schemeClr val="bg1"/>
            </a:solidFill>
            <a:ln w="9525" algn="ctr">
              <a:noFill/>
              <a:miter lim="800000"/>
              <a:headEnd/>
              <a:tailEnd/>
            </a:ln>
          </p:spPr>
          <p:txBody>
            <a:bodyPr wrap="none" anchor="ctr"/>
            <a:lstStyle/>
            <a:p>
              <a:endParaRPr lang="es-ES"/>
            </a:p>
          </p:txBody>
        </p:sp>
        <p:sp>
          <p:nvSpPr>
            <p:cNvPr id="1085" name="Rectangle 15"/>
            <p:cNvSpPr>
              <a:spLocks noChangeArrowheads="1"/>
            </p:cNvSpPr>
            <p:nvPr/>
          </p:nvSpPr>
          <p:spPr bwMode="auto">
            <a:xfrm>
              <a:off x="20302" y="0"/>
              <a:ext cx="488" cy="27216"/>
            </a:xfrm>
            <a:prstGeom prst="rect">
              <a:avLst/>
            </a:prstGeom>
            <a:solidFill>
              <a:schemeClr val="bg1"/>
            </a:solidFill>
            <a:ln w="9525" algn="ctr">
              <a:noFill/>
              <a:miter lim="800000"/>
              <a:headEnd/>
              <a:tailEnd/>
            </a:ln>
          </p:spPr>
          <p:txBody>
            <a:bodyPr wrap="none" anchor="ctr"/>
            <a:lstStyle/>
            <a:p>
              <a:endParaRPr lang="es-ES"/>
            </a:p>
          </p:txBody>
        </p:sp>
        <p:sp>
          <p:nvSpPr>
            <p:cNvPr id="1086" name="Rectangle 16"/>
            <p:cNvSpPr>
              <a:spLocks noChangeArrowheads="1"/>
            </p:cNvSpPr>
            <p:nvPr/>
          </p:nvSpPr>
          <p:spPr bwMode="auto">
            <a:xfrm>
              <a:off x="38" y="0"/>
              <a:ext cx="20752" cy="454"/>
            </a:xfrm>
            <a:prstGeom prst="rect">
              <a:avLst/>
            </a:prstGeom>
            <a:solidFill>
              <a:schemeClr val="bg1"/>
            </a:solidFill>
            <a:ln w="9525" algn="ctr">
              <a:noFill/>
              <a:miter lim="800000"/>
              <a:headEnd/>
              <a:tailEnd/>
            </a:ln>
          </p:spPr>
          <p:txBody>
            <a:bodyPr wrap="none" anchor="ctr"/>
            <a:lstStyle/>
            <a:p>
              <a:endParaRPr lang="es-ES"/>
            </a:p>
          </p:txBody>
        </p:sp>
        <p:sp>
          <p:nvSpPr>
            <p:cNvPr id="1087" name="Rectangle 17"/>
            <p:cNvSpPr>
              <a:spLocks noChangeArrowheads="1"/>
            </p:cNvSpPr>
            <p:nvPr/>
          </p:nvSpPr>
          <p:spPr bwMode="auto">
            <a:xfrm>
              <a:off x="19" y="26789"/>
              <a:ext cx="20752" cy="454"/>
            </a:xfrm>
            <a:prstGeom prst="rect">
              <a:avLst/>
            </a:prstGeom>
            <a:solidFill>
              <a:schemeClr val="bg1"/>
            </a:solidFill>
            <a:ln w="9525">
              <a:noFill/>
              <a:miter lim="800000"/>
              <a:headEnd/>
              <a:tailEnd/>
            </a:ln>
          </p:spPr>
          <p:txBody>
            <a:bodyPr wrap="none" anchor="ctr"/>
            <a:lstStyle/>
            <a:p>
              <a:endParaRPr lang="es-ES"/>
            </a:p>
          </p:txBody>
        </p:sp>
        <p:sp>
          <p:nvSpPr>
            <p:cNvPr id="1088" name="Rectangle 18"/>
            <p:cNvSpPr>
              <a:spLocks noChangeArrowheads="1"/>
            </p:cNvSpPr>
            <p:nvPr/>
          </p:nvSpPr>
          <p:spPr bwMode="auto">
            <a:xfrm>
              <a:off x="442" y="454"/>
              <a:ext cx="19822" cy="26308"/>
            </a:xfrm>
            <a:prstGeom prst="rect">
              <a:avLst/>
            </a:prstGeom>
            <a:noFill/>
            <a:ln w="9525">
              <a:solidFill>
                <a:schemeClr val="tx1"/>
              </a:solidFill>
              <a:miter lim="800000"/>
              <a:headEnd/>
              <a:tailEnd/>
            </a:ln>
          </p:spPr>
          <p:txBody>
            <a:bodyPr wrap="none" anchor="ctr"/>
            <a:lstStyle/>
            <a:p>
              <a:endParaRPr lang="es-ES"/>
            </a:p>
          </p:txBody>
        </p:sp>
      </p:grpSp>
      <p:sp>
        <p:nvSpPr>
          <p:cNvPr id="1031" name="Text Box 22"/>
          <p:cNvSpPr txBox="1">
            <a:spLocks noChangeArrowheads="1"/>
          </p:cNvSpPr>
          <p:nvPr/>
        </p:nvSpPr>
        <p:spPr bwMode="auto">
          <a:xfrm>
            <a:off x="1493838" y="10945813"/>
            <a:ext cx="9145587" cy="1403350"/>
          </a:xfrm>
          <a:prstGeom prst="rect">
            <a:avLst/>
          </a:prstGeom>
          <a:noFill/>
          <a:ln w="9525">
            <a:noFill/>
            <a:miter lim="800000"/>
            <a:headEnd/>
            <a:tailEnd/>
          </a:ln>
        </p:spPr>
        <p:txBody>
          <a:bodyPr>
            <a:spAutoFit/>
          </a:bodyPr>
          <a:lstStyle/>
          <a:p>
            <a:pPr defTabSz="4351338">
              <a:spcBef>
                <a:spcPct val="50000"/>
              </a:spcBef>
            </a:pPr>
            <a:endParaRPr lang="es-ES"/>
          </a:p>
        </p:txBody>
      </p:sp>
      <p:grpSp>
        <p:nvGrpSpPr>
          <p:cNvPr id="1032" name="Group 35"/>
          <p:cNvGrpSpPr>
            <a:grpSpLocks/>
          </p:cNvGrpSpPr>
          <p:nvPr/>
        </p:nvGrpSpPr>
        <p:grpSpPr bwMode="auto">
          <a:xfrm>
            <a:off x="1133475" y="6408738"/>
            <a:ext cx="9936163" cy="35780661"/>
            <a:chOff x="714" y="4763"/>
            <a:chExt cx="6259" cy="21682"/>
          </a:xfrm>
        </p:grpSpPr>
        <p:sp>
          <p:nvSpPr>
            <p:cNvPr id="1082" name="AutoShape 7"/>
            <p:cNvSpPr>
              <a:spLocks noChangeArrowheads="1"/>
            </p:cNvSpPr>
            <p:nvPr/>
          </p:nvSpPr>
          <p:spPr bwMode="auto">
            <a:xfrm>
              <a:off x="714" y="4763"/>
              <a:ext cx="6259" cy="21682"/>
            </a:xfrm>
            <a:prstGeom prst="roundRect">
              <a:avLst>
                <a:gd name="adj" fmla="val 16667"/>
              </a:avLst>
            </a:prstGeom>
            <a:solidFill>
              <a:schemeClr val="bg1"/>
            </a:solidFill>
            <a:ln w="76200" algn="ctr">
              <a:solidFill>
                <a:srgbClr val="FF6600"/>
              </a:solidFill>
              <a:round/>
              <a:headEnd/>
              <a:tailEnd/>
            </a:ln>
          </p:spPr>
          <p:txBody>
            <a:bodyPr wrap="none" anchor="ctr"/>
            <a:lstStyle/>
            <a:p>
              <a:endParaRPr lang="es-ES"/>
            </a:p>
          </p:txBody>
        </p:sp>
        <p:sp>
          <p:nvSpPr>
            <p:cNvPr id="1083" name="Text Box 23"/>
            <p:cNvSpPr txBox="1">
              <a:spLocks noChangeArrowheads="1"/>
            </p:cNvSpPr>
            <p:nvPr/>
          </p:nvSpPr>
          <p:spPr bwMode="auto">
            <a:xfrm>
              <a:off x="941" y="5217"/>
              <a:ext cx="5806" cy="20963"/>
            </a:xfrm>
            <a:prstGeom prst="rect">
              <a:avLst/>
            </a:prstGeom>
            <a:noFill/>
            <a:ln w="9525">
              <a:noFill/>
              <a:miter lim="800000"/>
              <a:headEnd/>
              <a:tailEnd/>
            </a:ln>
          </p:spPr>
          <p:txBody>
            <a:bodyPr>
              <a:spAutoFit/>
            </a:bodyPr>
            <a:lstStyle/>
            <a:p>
              <a:pPr algn="just" defTabSz="4351338">
                <a:spcBef>
                  <a:spcPct val="50000"/>
                </a:spcBef>
              </a:pPr>
              <a:endParaRPr lang="es-MX" sz="2800" dirty="0"/>
            </a:p>
            <a:p>
              <a:pPr algn="just" defTabSz="4351338">
                <a:spcBef>
                  <a:spcPct val="50000"/>
                </a:spcBef>
              </a:pPr>
              <a:endParaRPr lang="es-MX" sz="2400" dirty="0"/>
            </a:p>
            <a:p>
              <a:pPr algn="just" rtl="0">
                <a:spcBef>
                  <a:spcPts val="0"/>
                </a:spcBef>
                <a:spcAft>
                  <a:spcPts val="0"/>
                </a:spcAft>
              </a:pPr>
              <a:r>
                <a:rPr lang="es-MX" sz="2000" b="1" i="0" u="none" strike="noStrike" dirty="0">
                  <a:solidFill>
                    <a:srgbClr val="000000"/>
                  </a:solidFill>
                  <a:effectLst/>
                  <a:latin typeface="Arial" panose="020B0604020202020204" pitchFamily="34" charset="0"/>
                </a:rPr>
                <a:t>El Sistema de Asignación de Horarios de Profesores:</a:t>
              </a:r>
              <a:endParaRPr lang="es-MX" sz="2000" b="0" dirty="0">
                <a:effectLst/>
              </a:endParaRPr>
            </a:p>
            <a:p>
              <a:pPr algn="just" rtl="0">
                <a:spcBef>
                  <a:spcPts val="0"/>
                </a:spcBef>
                <a:spcAft>
                  <a:spcPts val="0"/>
                </a:spcAft>
              </a:pPr>
              <a:r>
                <a:rPr lang="es-MX" sz="2000" b="1" i="0" u="none" strike="noStrike" dirty="0">
                  <a:solidFill>
                    <a:srgbClr val="000000"/>
                  </a:solidFill>
                  <a:effectLst/>
                  <a:latin typeface="Arial" panose="020B0604020202020204" pitchFamily="34" charset="0"/>
                </a:rPr>
                <a:t>Es una plataforma tecnológica desarrollada para optimizar y automatizar la planificación académica en instituciones educativas. Funciona en un entorno controlado donde interactúan dos actores principales: Administrador y Profesor.</a:t>
              </a:r>
              <a:endParaRPr lang="es-MX" sz="2000" b="0" dirty="0">
                <a:effectLst/>
              </a:endParaRPr>
            </a:p>
            <a:p>
              <a:pPr algn="just" rtl="0">
                <a:spcBef>
                  <a:spcPts val="0"/>
                </a:spcBef>
                <a:spcAft>
                  <a:spcPts val="0"/>
                </a:spcAft>
              </a:pPr>
              <a:r>
                <a:rPr lang="es-MX" sz="2000" b="1" i="0" u="none" strike="noStrike" dirty="0">
                  <a:solidFill>
                    <a:srgbClr val="000000"/>
                  </a:solidFill>
                  <a:effectLst/>
                  <a:latin typeface="Arial" panose="020B0604020202020204" pitchFamily="34" charset="0"/>
                </a:rPr>
                <a:t>El Administrador tiene la responsabilidad de gestionar el registro de profesores, la asignación de materias, la planificación de horarios y la asignación de grupos estudiantiles. Por su parte, el Profesor puede consultar su horario, las materias que impartirá y los grupos asignados a través de un acceso personalizado.</a:t>
              </a:r>
              <a:endParaRPr lang="es-MX" sz="2000" b="0" dirty="0">
                <a:effectLst/>
              </a:endParaRPr>
            </a:p>
            <a:p>
              <a:pPr algn="just" rtl="0">
                <a:spcBef>
                  <a:spcPts val="0"/>
                </a:spcBef>
                <a:spcAft>
                  <a:spcPts val="0"/>
                </a:spcAft>
              </a:pPr>
              <a:r>
                <a:rPr lang="es-MX" sz="2000" b="1" i="0" u="none" strike="noStrike" dirty="0">
                  <a:solidFill>
                    <a:srgbClr val="000000"/>
                  </a:solidFill>
                  <a:effectLst/>
                  <a:latin typeface="Arial" panose="020B0604020202020204" pitchFamily="34" charset="0"/>
                </a:rPr>
                <a:t>Desde el punto de vista técnico, el sistema integra algoritmos especializados para mejorar la eficiencia y evitar errores comunes como sobrecargas de trabajo o conflictos de horarios. Se destaca el uso del algoritmo de Gale-Shapley para emparejamientos estables entre profesores y materias según su especialización, y la programación lógica con restricciones, utilizada para resolver conflictos de disponibilidad de aulas y horarios.</a:t>
              </a:r>
              <a:endParaRPr lang="es-MX" sz="2000" b="0" dirty="0">
                <a:effectLst/>
              </a:endParaRPr>
            </a:p>
            <a:p>
              <a:pPr algn="just" rtl="0">
                <a:spcBef>
                  <a:spcPts val="0"/>
                </a:spcBef>
                <a:spcAft>
                  <a:spcPts val="0"/>
                </a:spcAft>
              </a:pPr>
              <a:r>
                <a:rPr lang="es-MX" sz="2000" b="1" i="0" u="none" strike="noStrike" dirty="0">
                  <a:solidFill>
                    <a:srgbClr val="000000"/>
                  </a:solidFill>
                  <a:effectLst/>
                  <a:latin typeface="Arial" panose="020B0604020202020204" pitchFamily="34" charset="0"/>
                </a:rPr>
                <a:t>El sistema cuenta con un modelo de control de acceso basado en roles, garantizando que cada usuario acceda solo a las funciones correspondientes a su perfil, asegurando así la seguridad y confidencialidad de la información académica.</a:t>
              </a:r>
              <a:endParaRPr lang="es-MX" sz="2000" b="0" dirty="0">
                <a:effectLst/>
              </a:endParaRPr>
            </a:p>
            <a:p>
              <a:pPr algn="just" rtl="0">
                <a:spcBef>
                  <a:spcPts val="0"/>
                </a:spcBef>
                <a:spcAft>
                  <a:spcPts val="0"/>
                </a:spcAft>
              </a:pPr>
              <a:r>
                <a:rPr lang="es-MX" sz="2000" b="1" i="0" u="none" strike="noStrike" dirty="0">
                  <a:solidFill>
                    <a:srgbClr val="000000"/>
                  </a:solidFill>
                  <a:effectLst/>
                  <a:latin typeface="Arial" panose="020B0604020202020204" pitchFamily="34" charset="0"/>
                </a:rPr>
                <a:t>Además, incluye un módulo especializado para la generación automática de reportes académicos y administrativos, mediante la clase </a:t>
              </a:r>
              <a:r>
                <a:rPr lang="es-MX" sz="2000" b="1" i="0" u="none" strike="noStrike" dirty="0" err="1">
                  <a:solidFill>
                    <a:srgbClr val="000000"/>
                  </a:solidFill>
                  <a:effectLst/>
                  <a:latin typeface="Arial" panose="020B0604020202020204" pitchFamily="34" charset="0"/>
                </a:rPr>
                <a:t>GeneradorReportes</a:t>
              </a:r>
              <a:r>
                <a:rPr lang="es-MX" sz="2000" b="1" i="0" u="none" strike="noStrike" dirty="0">
                  <a:solidFill>
                    <a:srgbClr val="000000"/>
                  </a:solidFill>
                  <a:effectLst/>
                  <a:latin typeface="Arial" panose="020B0604020202020204" pitchFamily="34" charset="0"/>
                </a:rPr>
                <a:t>, que organiza la información proveniente de módulos como </a:t>
              </a:r>
              <a:r>
                <a:rPr lang="es-MX" sz="2000" b="1" i="0" u="none" strike="noStrike" dirty="0" err="1">
                  <a:solidFill>
                    <a:srgbClr val="000000"/>
                  </a:solidFill>
                  <a:effectLst/>
                  <a:latin typeface="Arial" panose="020B0604020202020204" pitchFamily="34" charset="0"/>
                </a:rPr>
                <a:t>RegistroEventos</a:t>
              </a:r>
              <a:r>
                <a:rPr lang="es-MX" sz="2000" b="1" i="0" u="none" strike="noStrike" dirty="0">
                  <a:solidFill>
                    <a:srgbClr val="000000"/>
                  </a:solidFill>
                  <a:effectLst/>
                  <a:latin typeface="Arial" panose="020B0604020202020204" pitchFamily="34" charset="0"/>
                </a:rPr>
                <a:t> y </a:t>
              </a:r>
              <a:r>
                <a:rPr lang="es-MX" sz="2000" b="1" i="0" u="none" strike="noStrike" dirty="0" err="1">
                  <a:solidFill>
                    <a:srgbClr val="000000"/>
                  </a:solidFill>
                  <a:effectLst/>
                  <a:latin typeface="Arial" panose="020B0604020202020204" pitchFamily="34" charset="0"/>
                </a:rPr>
                <a:t>RegistroVisitas</a:t>
              </a:r>
              <a:r>
                <a:rPr lang="es-MX" sz="2000" b="1" i="0" u="none" strike="noStrike" dirty="0">
                  <a:solidFill>
                    <a:srgbClr val="000000"/>
                  </a:solidFill>
                  <a:effectLst/>
                  <a:latin typeface="Arial" panose="020B0604020202020204" pitchFamily="34" charset="0"/>
                </a:rPr>
                <a:t>.</a:t>
              </a:r>
              <a:endParaRPr lang="es-MX" sz="2000" b="0" dirty="0">
                <a:effectLst/>
              </a:endParaRPr>
            </a:p>
            <a:p>
              <a:pPr algn="just" rtl="0">
                <a:spcBef>
                  <a:spcPts val="0"/>
                </a:spcBef>
                <a:spcAft>
                  <a:spcPts val="0"/>
                </a:spcAft>
              </a:pPr>
              <a:r>
                <a:rPr lang="es-MX" sz="2000" b="1" i="0" u="none" strike="noStrike" dirty="0">
                  <a:solidFill>
                    <a:srgbClr val="000000"/>
                  </a:solidFill>
                  <a:effectLst/>
                  <a:latin typeface="Arial" panose="020B0604020202020204" pitchFamily="34" charset="0"/>
                </a:rPr>
                <a:t>Gracias a su diseño modular y escalable, este sistema está preparado para adaptarse a futuras necesidades, como el aumento de matrícula, nuevos docentes o mayor variedad de asignaturas, sin comprometer su estabilidad.</a:t>
              </a:r>
              <a:endParaRPr lang="es-MX" sz="2000" b="0" dirty="0">
                <a:effectLst/>
              </a:endParaRPr>
            </a:p>
            <a:p>
              <a:pPr algn="just" rtl="0">
                <a:spcBef>
                  <a:spcPts val="0"/>
                </a:spcBef>
                <a:spcAft>
                  <a:spcPts val="0"/>
                </a:spcAft>
              </a:pPr>
              <a:r>
                <a:rPr lang="es-MX" sz="2000" b="1" i="0" u="none" strike="noStrike" dirty="0">
                  <a:solidFill>
                    <a:srgbClr val="000000"/>
                  </a:solidFill>
                  <a:effectLst/>
                  <a:latin typeface="Arial" panose="020B0604020202020204" pitchFamily="34" charset="0"/>
                </a:rPr>
                <a:t>En conjunto, este sistema contribuye a una gestión académica más organizada, transparente y eficiente, maximizando el aprovechamiento de los recursos institucionales.</a:t>
              </a:r>
              <a:endParaRPr lang="es-MX" sz="2000" dirty="0"/>
            </a:p>
            <a:p>
              <a:pPr algn="just" defTabSz="4351338">
                <a:spcBef>
                  <a:spcPct val="50000"/>
                </a:spcBef>
              </a:pPr>
              <a:endParaRPr lang="es-MX" sz="2800" dirty="0"/>
            </a:p>
            <a:p>
              <a:pPr algn="just" defTabSz="4351338">
                <a:spcBef>
                  <a:spcPct val="50000"/>
                </a:spcBef>
              </a:pPr>
              <a:endParaRPr lang="es-MX" sz="2800" dirty="0"/>
            </a:p>
            <a:p>
              <a:pPr algn="just" defTabSz="4351338">
                <a:spcBef>
                  <a:spcPct val="50000"/>
                </a:spcBef>
              </a:pPr>
              <a:endParaRPr lang="es-MX" sz="2400" dirty="0"/>
            </a:p>
            <a:p>
              <a:pPr algn="just" rtl="0">
                <a:spcBef>
                  <a:spcPts val="1200"/>
                </a:spcBef>
                <a:spcAft>
                  <a:spcPts val="1200"/>
                </a:spcAft>
              </a:pPr>
              <a:r>
                <a:rPr lang="es-MX" sz="1800" b="1" i="0" u="none" strike="noStrike" dirty="0">
                  <a:solidFill>
                    <a:srgbClr val="000000"/>
                  </a:solidFill>
                  <a:effectLst/>
                  <a:latin typeface="Arial" panose="020B0604020202020204" pitchFamily="34" charset="0"/>
                </a:rPr>
                <a:t>El sistema ha sido desarrollado bajo una arquitectura modular distribuida en capas, lo que permite una clara separación de responsabilidades, facilitando el mantenimiento, la escalabilidad y la integración entre componentes. Esta arquitectura está compuesta por diversas capas funcionales que trabajan en conjunto para garantizar una asignación eficiente de materias y horarios a los profesores, considerando su disponibilidad, especialidad y evitando conflictos de agenda.</a:t>
              </a:r>
              <a:endParaRPr lang="es-MX" sz="800" b="0" dirty="0">
                <a:effectLst/>
              </a:endParaRPr>
            </a:p>
            <a:p>
              <a:pPr algn="just" rtl="0">
                <a:spcBef>
                  <a:spcPts val="1200"/>
                </a:spcBef>
                <a:spcAft>
                  <a:spcPts val="1200"/>
                </a:spcAft>
              </a:pPr>
              <a:r>
                <a:rPr lang="es-MX" sz="1800" b="1" i="0" u="none" strike="noStrike" dirty="0">
                  <a:solidFill>
                    <a:srgbClr val="000000"/>
                  </a:solidFill>
                  <a:effectLst/>
                  <a:latin typeface="Arial" panose="020B0604020202020204" pitchFamily="34" charset="0"/>
                </a:rPr>
                <a:t>En la capa de presentación, los elementos cómo </a:t>
              </a:r>
              <a:r>
                <a:rPr lang="es-MX" sz="1800" b="1" i="1" u="none" strike="noStrike" dirty="0">
                  <a:solidFill>
                    <a:srgbClr val="000000"/>
                  </a:solidFill>
                  <a:effectLst/>
                  <a:latin typeface="Arial" panose="020B0604020202020204" pitchFamily="34" charset="0"/>
                </a:rPr>
                <a:t>View</a:t>
              </a:r>
              <a:r>
                <a:rPr lang="es-MX" sz="1800" b="1" i="0" u="none" strike="noStrike" dirty="0">
                  <a:solidFill>
                    <a:srgbClr val="000000"/>
                  </a:solidFill>
                  <a:effectLst/>
                  <a:latin typeface="Arial" panose="020B0604020202020204" pitchFamily="34" charset="0"/>
                </a:rPr>
                <a:t>, </a:t>
              </a:r>
              <a:r>
                <a:rPr lang="es-MX" sz="1800" b="1" i="1" u="none" strike="noStrike" dirty="0">
                  <a:solidFill>
                    <a:srgbClr val="000000"/>
                  </a:solidFill>
                  <a:effectLst/>
                  <a:latin typeface="Arial" panose="020B0604020202020204" pitchFamily="34" charset="0"/>
                </a:rPr>
                <a:t>Componentes</a:t>
              </a:r>
              <a:r>
                <a:rPr lang="es-MX" sz="1800" b="1" i="0" u="none" strike="noStrike" dirty="0">
                  <a:solidFill>
                    <a:srgbClr val="000000"/>
                  </a:solidFill>
                  <a:effectLst/>
                  <a:latin typeface="Arial" panose="020B0604020202020204" pitchFamily="34" charset="0"/>
                </a:rPr>
                <a:t> y </a:t>
              </a:r>
              <a:r>
                <a:rPr lang="es-MX" sz="1800" b="1" i="1" u="none" strike="noStrike" dirty="0" err="1">
                  <a:solidFill>
                    <a:srgbClr val="000000"/>
                  </a:solidFill>
                  <a:effectLst/>
                  <a:latin typeface="Arial" panose="020B0604020202020204" pitchFamily="34" charset="0"/>
                </a:rPr>
                <a:t>Frontend</a:t>
              </a:r>
              <a:r>
                <a:rPr lang="es-MX" sz="1800" b="1" i="0" u="none" strike="noStrike" dirty="0">
                  <a:solidFill>
                    <a:srgbClr val="000000"/>
                  </a:solidFill>
                  <a:effectLst/>
                  <a:latin typeface="Arial" panose="020B0604020202020204" pitchFamily="34" charset="0"/>
                </a:rPr>
                <a:t> conforman la interfaz gráfica, la cual permite a los usuarios principalmente profesores y administradores visualizar horarios, materias asignadas y recibir notificaciones del sistema. Esta interfaz actúa como el punto de interacción principal entre el sistema y sus usuarios.</a:t>
              </a:r>
              <a:endParaRPr lang="es-MX" sz="800" b="0" dirty="0">
                <a:effectLst/>
              </a:endParaRPr>
            </a:p>
            <a:p>
              <a:pPr algn="just" rtl="0">
                <a:spcBef>
                  <a:spcPts val="1200"/>
                </a:spcBef>
                <a:spcAft>
                  <a:spcPts val="1200"/>
                </a:spcAft>
              </a:pPr>
              <a:r>
                <a:rPr lang="es-MX" sz="1800" b="1" i="0" u="none" strike="noStrike" dirty="0">
                  <a:solidFill>
                    <a:srgbClr val="000000"/>
                  </a:solidFill>
                  <a:effectLst/>
                  <a:latin typeface="Arial" panose="020B0604020202020204" pitchFamily="34" charset="0"/>
                </a:rPr>
                <a:t>La capa de lógica de negocio está centrada en la clase </a:t>
              </a:r>
              <a:r>
                <a:rPr lang="es-MX" sz="1800" b="1" i="1" u="none" strike="noStrike" dirty="0" err="1">
                  <a:solidFill>
                    <a:srgbClr val="000000"/>
                  </a:solidFill>
                  <a:effectLst/>
                  <a:latin typeface="Arial" panose="020B0604020202020204" pitchFamily="34" charset="0"/>
                </a:rPr>
                <a:t>sistemaAsignación</a:t>
              </a:r>
              <a:r>
                <a:rPr lang="es-MX" sz="1800" b="1" i="0" u="none" strike="noStrike" dirty="0">
                  <a:solidFill>
                    <a:srgbClr val="000000"/>
                  </a:solidFill>
                  <a:effectLst/>
                  <a:latin typeface="Arial" panose="020B0604020202020204" pitchFamily="34" charset="0"/>
                </a:rPr>
                <a:t>, que gestiona el proceso principal de asignación de materias y horarios. Este módulo se apoya en los </a:t>
              </a:r>
              <a:r>
                <a:rPr lang="es-MX" sz="1800" b="1" i="1" u="none" strike="noStrike" dirty="0" err="1">
                  <a:solidFill>
                    <a:srgbClr val="000000"/>
                  </a:solidFill>
                  <a:effectLst/>
                  <a:latin typeface="Arial" panose="020B0604020202020204" pitchFamily="34" charset="0"/>
                </a:rPr>
                <a:t>Controllers</a:t>
              </a:r>
              <a:r>
                <a:rPr lang="es-MX" sz="1800" b="1" i="0" u="none" strike="noStrike" dirty="0">
                  <a:solidFill>
                    <a:srgbClr val="000000"/>
                  </a:solidFill>
                  <a:effectLst/>
                  <a:latin typeface="Arial" panose="020B0604020202020204" pitchFamily="34" charset="0"/>
                </a:rPr>
                <a:t> y </a:t>
              </a:r>
              <a:r>
                <a:rPr lang="es-MX" sz="1800" b="1" i="1" u="none" strike="noStrike" dirty="0">
                  <a:solidFill>
                    <a:srgbClr val="000000"/>
                  </a:solidFill>
                  <a:effectLst/>
                  <a:latin typeface="Arial" panose="020B0604020202020204" pitchFamily="34" charset="0"/>
                </a:rPr>
                <a:t>Servicios</a:t>
              </a:r>
              <a:r>
                <a:rPr lang="es-MX" sz="1800" b="1" i="0" u="none" strike="noStrike" dirty="0">
                  <a:solidFill>
                    <a:srgbClr val="000000"/>
                  </a:solidFill>
                  <a:effectLst/>
                  <a:latin typeface="Arial" panose="020B0604020202020204" pitchFamily="34" charset="0"/>
                </a:rPr>
                <a:t> para consultar y actualizar información sobre materias, profesores y horarios. Además, el </a:t>
              </a:r>
              <a:r>
                <a:rPr lang="es-MX" sz="1800" b="1" i="1" u="none" strike="noStrike" dirty="0" err="1">
                  <a:solidFill>
                    <a:srgbClr val="000000"/>
                  </a:solidFill>
                  <a:effectLst/>
                  <a:latin typeface="Arial" panose="020B0604020202020204" pitchFamily="34" charset="0"/>
                </a:rPr>
                <a:t>GeneradorReportes</a:t>
              </a:r>
              <a:r>
                <a:rPr lang="es-MX" sz="1800" b="1" i="0" u="none" strike="noStrike" dirty="0">
                  <a:solidFill>
                    <a:srgbClr val="000000"/>
                  </a:solidFill>
                  <a:effectLst/>
                  <a:latin typeface="Arial" panose="020B0604020202020204" pitchFamily="34" charset="0"/>
                </a:rPr>
                <a:t> es responsable de emitir informes detallados sobre asignaciones realizadas y actividades registradas en el sistema.</a:t>
              </a:r>
              <a:endParaRPr lang="es-MX" sz="800" b="0" dirty="0">
                <a:effectLst/>
              </a:endParaRPr>
            </a:p>
            <a:p>
              <a:pPr algn="just" rtl="0">
                <a:spcBef>
                  <a:spcPts val="1200"/>
                </a:spcBef>
                <a:spcAft>
                  <a:spcPts val="1200"/>
                </a:spcAft>
              </a:pPr>
              <a:r>
                <a:rPr lang="es-MX" sz="1800" b="1" i="0" u="none" strike="noStrike" dirty="0">
                  <a:solidFill>
                    <a:srgbClr val="000000"/>
                  </a:solidFill>
                  <a:effectLst/>
                  <a:latin typeface="Arial" panose="020B0604020202020204" pitchFamily="34" charset="0"/>
                </a:rPr>
                <a:t>La capa de comunicación se encarga de mantener informados a los usuarios sobre los cambios y eventos importantes. Para ello, se utilizan los componentes </a:t>
              </a:r>
              <a:r>
                <a:rPr lang="es-MX" sz="1800" b="1" i="1" u="none" strike="noStrike" dirty="0" err="1">
                  <a:solidFill>
                    <a:srgbClr val="000000"/>
                  </a:solidFill>
                  <a:effectLst/>
                  <a:latin typeface="Arial" panose="020B0604020202020204" pitchFamily="34" charset="0"/>
                </a:rPr>
                <a:t>EmailServicios</a:t>
              </a:r>
              <a:r>
                <a:rPr lang="es-MX" sz="1800" b="1" i="0" u="none" strike="noStrike" dirty="0">
                  <a:solidFill>
                    <a:srgbClr val="000000"/>
                  </a:solidFill>
                  <a:effectLst/>
                  <a:latin typeface="Arial" panose="020B0604020202020204" pitchFamily="34" charset="0"/>
                </a:rPr>
                <a:t> y </a:t>
              </a:r>
              <a:r>
                <a:rPr lang="es-MX" sz="1800" b="1" i="1" u="none" strike="noStrike" dirty="0" err="1">
                  <a:solidFill>
                    <a:srgbClr val="000000"/>
                  </a:solidFill>
                  <a:effectLst/>
                  <a:latin typeface="Arial" panose="020B0604020202020204" pitchFamily="34" charset="0"/>
                </a:rPr>
                <a:t>PushServicios</a:t>
              </a:r>
              <a:r>
                <a:rPr lang="es-MX" sz="1800" b="1" i="0" u="none" strike="noStrike" dirty="0">
                  <a:solidFill>
                    <a:srgbClr val="000000"/>
                  </a:solidFill>
                  <a:effectLst/>
                  <a:latin typeface="Arial" panose="020B0604020202020204" pitchFamily="34" charset="0"/>
                </a:rPr>
                <a:t>, los cuales permiten enviar correos electrónicos y notificaciones en tiempo real de manera automatizada.</a:t>
              </a:r>
              <a:endParaRPr lang="es-MX" sz="800" b="0" dirty="0">
                <a:effectLst/>
              </a:endParaRPr>
            </a:p>
            <a:p>
              <a:pPr algn="just" rtl="0">
                <a:spcBef>
                  <a:spcPts val="1200"/>
                </a:spcBef>
                <a:spcAft>
                  <a:spcPts val="1200"/>
                </a:spcAft>
              </a:pPr>
              <a:r>
                <a:rPr lang="es-MX" sz="1800" b="1" i="0" u="none" strike="noStrike" dirty="0">
                  <a:solidFill>
                    <a:srgbClr val="000000"/>
                  </a:solidFill>
                  <a:effectLst/>
                  <a:latin typeface="Arial" panose="020B0604020202020204" pitchFamily="34" charset="0"/>
                </a:rPr>
                <a:t>En cuanto a la capa de seguridad, esta se conforma por </a:t>
              </a:r>
              <a:r>
                <a:rPr lang="es-MX" sz="1800" b="1" i="1" u="none" strike="noStrike" dirty="0" err="1">
                  <a:solidFill>
                    <a:srgbClr val="000000"/>
                  </a:solidFill>
                  <a:effectLst/>
                  <a:latin typeface="Arial" panose="020B0604020202020204" pitchFamily="34" charset="0"/>
                </a:rPr>
                <a:t>SesionManager</a:t>
              </a:r>
              <a:r>
                <a:rPr lang="es-MX" sz="1800" b="1" i="0" u="none" strike="noStrike" dirty="0">
                  <a:solidFill>
                    <a:srgbClr val="000000"/>
                  </a:solidFill>
                  <a:effectLst/>
                  <a:latin typeface="Arial" panose="020B0604020202020204" pitchFamily="34" charset="0"/>
                </a:rPr>
                <a:t>, </a:t>
              </a:r>
              <a:r>
                <a:rPr lang="es-MX" sz="1800" b="1" i="1" u="none" strike="noStrike" dirty="0" err="1">
                  <a:solidFill>
                    <a:srgbClr val="000000"/>
                  </a:solidFill>
                  <a:effectLst/>
                  <a:latin typeface="Arial" panose="020B0604020202020204" pitchFamily="34" charset="0"/>
                </a:rPr>
                <a:t>RolesPermisos</a:t>
              </a:r>
              <a:r>
                <a:rPr lang="es-MX" sz="1800" b="1" i="0" u="none" strike="noStrike" dirty="0">
                  <a:solidFill>
                    <a:srgbClr val="000000"/>
                  </a:solidFill>
                  <a:effectLst/>
                  <a:latin typeface="Arial" panose="020B0604020202020204" pitchFamily="34" charset="0"/>
                </a:rPr>
                <a:t> y </a:t>
              </a:r>
              <a:r>
                <a:rPr lang="es-MX" sz="1800" b="1" i="1" u="none" strike="noStrike" dirty="0" err="1">
                  <a:solidFill>
                    <a:srgbClr val="000000"/>
                  </a:solidFill>
                  <a:effectLst/>
                  <a:latin typeface="Arial" panose="020B0604020202020204" pitchFamily="34" charset="0"/>
                </a:rPr>
                <a:t>ControlAcceso</a:t>
              </a:r>
              <a:r>
                <a:rPr lang="es-MX" sz="1800" b="1" i="0" u="none" strike="noStrike" dirty="0">
                  <a:solidFill>
                    <a:srgbClr val="000000"/>
                  </a:solidFill>
                  <a:effectLst/>
                  <a:latin typeface="Arial" panose="020B0604020202020204" pitchFamily="34" charset="0"/>
                </a:rPr>
                <a:t>, los cuales aseguran que cada usuario pueda acceder únicamente a las funcionalidades autorizadas según su rol dentro del sistema. Estas herramientas permiten una gestión robusta de sesiones y privilegios.</a:t>
              </a:r>
              <a:endParaRPr lang="es-MX" sz="800" b="0" dirty="0">
                <a:effectLst/>
              </a:endParaRPr>
            </a:p>
            <a:p>
              <a:pPr algn="just" rtl="0">
                <a:spcBef>
                  <a:spcPts val="1200"/>
                </a:spcBef>
                <a:spcAft>
                  <a:spcPts val="1200"/>
                </a:spcAft>
              </a:pPr>
              <a:r>
                <a:rPr lang="es-MX" sz="1800" b="1" i="0" u="none" strike="noStrike" dirty="0">
                  <a:solidFill>
                    <a:srgbClr val="000000"/>
                  </a:solidFill>
                  <a:effectLst/>
                  <a:latin typeface="Arial" panose="020B0604020202020204" pitchFamily="34" charset="0"/>
                </a:rPr>
                <a:t>La persistencia de los datos se maneja a través de componentes como </a:t>
              </a:r>
              <a:r>
                <a:rPr lang="es-MX" sz="1800" b="1" i="1" u="none" strike="noStrike" dirty="0" err="1">
                  <a:solidFill>
                    <a:srgbClr val="000000"/>
                  </a:solidFill>
                  <a:effectLst/>
                  <a:latin typeface="Arial" panose="020B0604020202020204" pitchFamily="34" charset="0"/>
                </a:rPr>
                <a:t>BaseDeDatos</a:t>
              </a:r>
              <a:r>
                <a:rPr lang="es-MX" sz="1800" b="1" i="0" u="none" strike="noStrike" dirty="0">
                  <a:solidFill>
                    <a:srgbClr val="000000"/>
                  </a:solidFill>
                  <a:effectLst/>
                  <a:latin typeface="Arial" panose="020B0604020202020204" pitchFamily="34" charset="0"/>
                </a:rPr>
                <a:t>, </a:t>
              </a:r>
              <a:r>
                <a:rPr lang="es-MX" sz="1800" b="1" i="1" u="none" strike="noStrike" dirty="0">
                  <a:solidFill>
                    <a:srgbClr val="000000"/>
                  </a:solidFill>
                  <a:effectLst/>
                  <a:latin typeface="Arial" panose="020B0604020202020204" pitchFamily="34" charset="0"/>
                </a:rPr>
                <a:t>Modelos</a:t>
              </a:r>
              <a:r>
                <a:rPr lang="es-MX" sz="1800" b="1" i="0" u="none" strike="noStrike" dirty="0">
                  <a:solidFill>
                    <a:srgbClr val="000000"/>
                  </a:solidFill>
                  <a:effectLst/>
                  <a:latin typeface="Arial" panose="020B0604020202020204" pitchFamily="34" charset="0"/>
                </a:rPr>
                <a:t>, </a:t>
              </a:r>
              <a:r>
                <a:rPr lang="es-MX" sz="1800" b="1" i="1" u="none" strike="noStrike" dirty="0">
                  <a:solidFill>
                    <a:srgbClr val="000000"/>
                  </a:solidFill>
                  <a:effectLst/>
                  <a:latin typeface="Arial" panose="020B0604020202020204" pitchFamily="34" charset="0"/>
                </a:rPr>
                <a:t>Rutas</a:t>
              </a:r>
              <a:r>
                <a:rPr lang="es-MX" sz="1800" b="1" i="0" u="none" strike="noStrike" dirty="0">
                  <a:solidFill>
                    <a:srgbClr val="000000"/>
                  </a:solidFill>
                  <a:effectLst/>
                  <a:latin typeface="Arial" panose="020B0604020202020204" pitchFamily="34" charset="0"/>
                </a:rPr>
                <a:t> y </a:t>
              </a:r>
              <a:r>
                <a:rPr lang="es-MX" sz="1800" b="1" i="1" u="none" strike="noStrike" dirty="0">
                  <a:solidFill>
                    <a:srgbClr val="000000"/>
                  </a:solidFill>
                  <a:effectLst/>
                  <a:latin typeface="Arial" panose="020B0604020202020204" pitchFamily="34" charset="0"/>
                </a:rPr>
                <a:t>Middlewares</a:t>
              </a:r>
              <a:r>
                <a:rPr lang="es-MX" sz="1800" b="1" i="0" u="none" strike="noStrike" dirty="0">
                  <a:solidFill>
                    <a:srgbClr val="000000"/>
                  </a:solidFill>
                  <a:effectLst/>
                  <a:latin typeface="Arial" panose="020B0604020202020204" pitchFamily="34" charset="0"/>
                </a:rPr>
                <a:t>, los cuales se encargan de establecer la conexión con la base de datos, realizar consultas, manejar rutas de acceso a datos y aplicar validaciones necesarias para garantizar la integridad y seguridad de la información.</a:t>
              </a:r>
              <a:endParaRPr lang="es-MX" sz="800" b="0" dirty="0">
                <a:effectLst/>
              </a:endParaRPr>
            </a:p>
            <a:p>
              <a:r>
                <a:rPr lang="es-MX" sz="1800" b="1" i="0" u="none" strike="noStrike" dirty="0">
                  <a:solidFill>
                    <a:srgbClr val="000000"/>
                  </a:solidFill>
                  <a:effectLst/>
                  <a:latin typeface="Arial" panose="020B0604020202020204" pitchFamily="34" charset="0"/>
                </a:rPr>
                <a:t>Por otro lado, se incorpora una capa adicional enfocada en la supervisión de accesos físicos y digitales mediante el </a:t>
              </a:r>
              <a:r>
                <a:rPr lang="es-MX" sz="1800" b="1" i="1" u="none" strike="noStrike" dirty="0" err="1">
                  <a:solidFill>
                    <a:srgbClr val="000000"/>
                  </a:solidFill>
                  <a:effectLst/>
                  <a:latin typeface="Arial" panose="020B0604020202020204" pitchFamily="34" charset="0"/>
                </a:rPr>
                <a:t>SensorManager</a:t>
              </a:r>
              <a:r>
                <a:rPr lang="es-MX" sz="1800" b="1" i="0" u="none" strike="noStrike" dirty="0">
                  <a:solidFill>
                    <a:srgbClr val="000000"/>
                  </a:solidFill>
                  <a:effectLst/>
                  <a:latin typeface="Arial" panose="020B0604020202020204" pitchFamily="34" charset="0"/>
                </a:rPr>
                <a:t>, que detecta movimiento o presencia, y los módulos </a:t>
              </a:r>
              <a:r>
                <a:rPr lang="es-MX" sz="1800" b="1" i="1" u="none" strike="noStrike" dirty="0" err="1">
                  <a:solidFill>
                    <a:srgbClr val="000000"/>
                  </a:solidFill>
                  <a:effectLst/>
                  <a:latin typeface="Arial" panose="020B0604020202020204" pitchFamily="34" charset="0"/>
                </a:rPr>
                <a:t>RegistroEventos</a:t>
              </a:r>
              <a:r>
                <a:rPr lang="es-MX" sz="1800" b="1" i="0" u="none" strike="noStrike" dirty="0">
                  <a:solidFill>
                    <a:srgbClr val="000000"/>
                  </a:solidFill>
                  <a:effectLst/>
                  <a:latin typeface="Arial" panose="020B0604020202020204" pitchFamily="34" charset="0"/>
                </a:rPr>
                <a:t> y </a:t>
              </a:r>
              <a:r>
                <a:rPr lang="es-MX" sz="1800" b="1" i="1" u="none" strike="noStrike" dirty="0" err="1">
                  <a:solidFill>
                    <a:srgbClr val="000000"/>
                  </a:solidFill>
                  <a:effectLst/>
                  <a:latin typeface="Arial" panose="020B0604020202020204" pitchFamily="34" charset="0"/>
                </a:rPr>
                <a:t>RegistroVisitas</a:t>
              </a:r>
              <a:r>
                <a:rPr lang="es-MX" sz="1800" b="1" i="0" u="none" strike="noStrike" dirty="0">
                  <a:solidFill>
                    <a:srgbClr val="000000"/>
                  </a:solidFill>
                  <a:effectLst/>
                  <a:latin typeface="Arial" panose="020B0604020202020204" pitchFamily="34" charset="0"/>
                </a:rPr>
                <a:t>, que documentan entradas, salidas y actividades relevantes, fortaleciendo así el control y la seguridad del sistema.</a:t>
              </a:r>
            </a:p>
            <a:p>
              <a:r>
                <a:rPr lang="es-MX" sz="2000" b="1" dirty="0"/>
                <a:t>Figura 1. Diagrama de clases. </a:t>
              </a:r>
            </a:p>
            <a:p>
              <a:endParaRPr lang="es-MX" sz="2800" dirty="0"/>
            </a:p>
            <a:p>
              <a:pPr algn="ctr" defTabSz="4351338">
                <a:spcBef>
                  <a:spcPct val="50000"/>
                </a:spcBef>
              </a:pPr>
              <a:endParaRPr lang="es-MX" sz="2800" dirty="0"/>
            </a:p>
            <a:p>
              <a:pPr algn="just" defTabSz="4351338">
                <a:spcBef>
                  <a:spcPct val="50000"/>
                </a:spcBef>
              </a:pPr>
              <a:endParaRPr lang="es-MX" sz="2800" dirty="0"/>
            </a:p>
            <a:p>
              <a:pPr algn="just" defTabSz="4351338">
                <a:spcBef>
                  <a:spcPct val="50000"/>
                </a:spcBef>
              </a:pPr>
              <a:endParaRPr lang="es-MX" sz="2800" dirty="0"/>
            </a:p>
            <a:p>
              <a:pPr algn="just" defTabSz="4351338">
                <a:spcBef>
                  <a:spcPct val="50000"/>
                </a:spcBef>
              </a:pPr>
              <a:endParaRPr lang="es-MX" sz="2800" dirty="0"/>
            </a:p>
            <a:p>
              <a:pPr algn="just" defTabSz="4351338">
                <a:spcBef>
                  <a:spcPct val="50000"/>
                </a:spcBef>
              </a:pPr>
              <a:endParaRPr lang="es-MX" sz="2800" dirty="0"/>
            </a:p>
            <a:p>
              <a:pPr algn="just" defTabSz="4351338">
                <a:spcBef>
                  <a:spcPct val="50000"/>
                </a:spcBef>
              </a:pPr>
              <a:endParaRPr lang="es-MX" sz="2000" b="1" dirty="0"/>
            </a:p>
            <a:p>
              <a:pPr algn="just" defTabSz="4351338">
                <a:spcBef>
                  <a:spcPct val="50000"/>
                </a:spcBef>
              </a:pPr>
              <a:endParaRPr lang="es-MX" sz="2000" b="1" dirty="0"/>
            </a:p>
            <a:p>
              <a:pPr algn="just" defTabSz="4351338">
                <a:spcBef>
                  <a:spcPct val="50000"/>
                </a:spcBef>
              </a:pPr>
              <a:endParaRPr lang="es-MX" sz="2000" b="1" dirty="0"/>
            </a:p>
            <a:p>
              <a:pPr algn="just" defTabSz="4351338">
                <a:spcBef>
                  <a:spcPct val="50000"/>
                </a:spcBef>
              </a:pPr>
              <a:endParaRPr lang="es-MX" sz="2000" b="1" dirty="0"/>
            </a:p>
            <a:p>
              <a:pPr algn="just" rtl="0">
                <a:spcBef>
                  <a:spcPts val="0"/>
                </a:spcBef>
                <a:spcAft>
                  <a:spcPts val="0"/>
                </a:spcAft>
              </a:pPr>
              <a:endParaRPr lang="es-MX" sz="1800" b="1" i="0" u="none" strike="noStrike" dirty="0">
                <a:solidFill>
                  <a:srgbClr val="000000"/>
                </a:solidFill>
                <a:effectLst/>
                <a:latin typeface="Arial" panose="020B0604020202020204" pitchFamily="34" charset="0"/>
              </a:endParaRPr>
            </a:p>
            <a:p>
              <a:pPr algn="just" rtl="0">
                <a:spcBef>
                  <a:spcPts val="0"/>
                </a:spcBef>
                <a:spcAft>
                  <a:spcPts val="0"/>
                </a:spcAft>
              </a:pPr>
              <a:endParaRPr lang="es-MX" sz="1800" b="1" dirty="0">
                <a:solidFill>
                  <a:srgbClr val="000000"/>
                </a:solidFill>
                <a:latin typeface="Arial" panose="020B0604020202020204" pitchFamily="34" charset="0"/>
              </a:endParaRPr>
            </a:p>
            <a:p>
              <a:pPr algn="just" rtl="0">
                <a:spcBef>
                  <a:spcPts val="0"/>
                </a:spcBef>
                <a:spcAft>
                  <a:spcPts val="0"/>
                </a:spcAft>
              </a:pPr>
              <a:endParaRPr lang="es-MX" sz="1800" b="1" i="0" u="none" strike="noStrike" dirty="0">
                <a:solidFill>
                  <a:srgbClr val="000000"/>
                </a:solidFill>
                <a:effectLst/>
                <a:latin typeface="Arial" panose="020B0604020202020204" pitchFamily="34" charset="0"/>
              </a:endParaRPr>
            </a:p>
            <a:p>
              <a:pPr algn="just" rtl="0">
                <a:spcBef>
                  <a:spcPts val="0"/>
                </a:spcBef>
                <a:spcAft>
                  <a:spcPts val="0"/>
                </a:spcAft>
              </a:pPr>
              <a:r>
                <a:rPr lang="es-MX" sz="2000" b="1" i="0" u="none" strike="noStrike" dirty="0">
                  <a:solidFill>
                    <a:srgbClr val="000000"/>
                  </a:solidFill>
                  <a:effectLst/>
                  <a:latin typeface="Arial" panose="020B0604020202020204" pitchFamily="34" charset="0"/>
                </a:rPr>
                <a:t>Patrón Modelo-Vista-Controlador (MVC):</a:t>
              </a:r>
              <a:endParaRPr lang="es-MX" sz="2000" b="1" dirty="0">
                <a:effectLst/>
              </a:endParaRPr>
            </a:p>
            <a:p>
              <a:pPr algn="just" rtl="0">
                <a:spcBef>
                  <a:spcPts val="0"/>
                </a:spcBef>
                <a:spcAft>
                  <a:spcPts val="0"/>
                </a:spcAft>
              </a:pPr>
              <a:r>
                <a:rPr lang="es-MX" sz="2000" b="1" i="0" u="none" strike="noStrike" dirty="0">
                  <a:solidFill>
                    <a:srgbClr val="000000"/>
                  </a:solidFill>
                  <a:effectLst/>
                  <a:latin typeface="Arial" panose="020B0604020202020204" pitchFamily="34" charset="0"/>
                </a:rPr>
                <a:t>Un patrón que separa la aplicación en tres componentes interconectados: Modelo (datos y lógica de negocios), Vista (interfaz de usuario) y Controlador (maneja la entrada del usuario y actualiza el modelo y la vista). Componentes clave: Modelo, Vista, Controlador.</a:t>
              </a:r>
            </a:p>
            <a:p>
              <a:pPr algn="just" rtl="0">
                <a:spcBef>
                  <a:spcPts val="0"/>
                </a:spcBef>
                <a:spcAft>
                  <a:spcPts val="0"/>
                </a:spcAft>
              </a:pPr>
              <a:r>
                <a:rPr lang="es-MX" sz="2000" b="1" i="0" u="none" strike="noStrike" dirty="0">
                  <a:solidFill>
                    <a:srgbClr val="000000"/>
                  </a:solidFill>
                  <a:effectLst/>
                  <a:latin typeface="Arial" panose="020B0604020202020204" pitchFamily="34" charset="0"/>
                </a:rPr>
                <a:t>Implementación en el Sistema</a:t>
              </a:r>
              <a:endParaRPr lang="es-MX" sz="2000" b="1" dirty="0">
                <a:effectLst/>
              </a:endParaRPr>
            </a:p>
            <a:p>
              <a:pPr algn="just" rtl="0">
                <a:spcBef>
                  <a:spcPts val="0"/>
                </a:spcBef>
                <a:spcAft>
                  <a:spcPts val="0"/>
                </a:spcAft>
              </a:pPr>
              <a:r>
                <a:rPr lang="es-MX" sz="2000" b="1" i="0" u="none" strike="noStrike" dirty="0">
                  <a:solidFill>
                    <a:srgbClr val="000000"/>
                  </a:solidFill>
                  <a:effectLst/>
                  <a:latin typeface="Arial" panose="020B0604020202020204" pitchFamily="34" charset="0"/>
                </a:rPr>
                <a:t>El sistema de asignación de horarios utilizará el patrón MVC para separar la lógica de negocio de la presentación y la gestión de eventos.</a:t>
              </a:r>
              <a:br>
                <a:rPr lang="es-MX" sz="2000" b="1" dirty="0"/>
              </a:br>
              <a:r>
                <a:rPr lang="es-MX" sz="2000" b="1" i="0" u="none" strike="noStrike" dirty="0">
                  <a:solidFill>
                    <a:srgbClr val="000000"/>
                  </a:solidFill>
                  <a:effectLst/>
                  <a:latin typeface="Arial" panose="020B0604020202020204" pitchFamily="34" charset="0"/>
                </a:rPr>
                <a:t>El controlador se encarga de la comunicación entre la vista y el modelo, evitando dependencias directas entre ellos.</a:t>
              </a:r>
              <a:endParaRPr lang="es-MX" sz="2000" b="1" dirty="0">
                <a:effectLst/>
              </a:endParaRPr>
            </a:p>
          </p:txBody>
        </p:sp>
      </p:grpSp>
      <p:grpSp>
        <p:nvGrpSpPr>
          <p:cNvPr id="1034" name="Group 29"/>
          <p:cNvGrpSpPr>
            <a:grpSpLocks/>
          </p:cNvGrpSpPr>
          <p:nvPr/>
        </p:nvGrpSpPr>
        <p:grpSpPr bwMode="auto">
          <a:xfrm>
            <a:off x="1863726" y="18222913"/>
            <a:ext cx="7796212" cy="1079500"/>
            <a:chOff x="1129" y="5310"/>
            <a:chExt cx="4911" cy="680"/>
          </a:xfrm>
        </p:grpSpPr>
        <p:sp>
          <p:nvSpPr>
            <p:cNvPr id="1078" name="AutoShape 30"/>
            <p:cNvSpPr>
              <a:spLocks noChangeArrowheads="1"/>
            </p:cNvSpPr>
            <p:nvPr/>
          </p:nvSpPr>
          <p:spPr bwMode="auto">
            <a:xfrm>
              <a:off x="1129" y="5310"/>
              <a:ext cx="4911" cy="680"/>
            </a:xfrm>
            <a:prstGeom prst="roundRect">
              <a:avLst>
                <a:gd name="adj" fmla="val 16667"/>
              </a:avLst>
            </a:prstGeom>
            <a:solidFill>
              <a:schemeClr val="bg1"/>
            </a:solidFill>
            <a:ln w="76200" algn="ctr">
              <a:solidFill>
                <a:srgbClr val="FF6600"/>
              </a:solidFill>
              <a:round/>
              <a:headEnd/>
              <a:tailEnd/>
            </a:ln>
          </p:spPr>
          <p:txBody>
            <a:bodyPr wrap="none" anchor="ctr"/>
            <a:lstStyle/>
            <a:p>
              <a:endParaRPr lang="es-ES"/>
            </a:p>
          </p:txBody>
        </p:sp>
        <p:sp>
          <p:nvSpPr>
            <p:cNvPr id="1079" name="Text Box 31"/>
            <p:cNvSpPr txBox="1">
              <a:spLocks noChangeArrowheads="1"/>
            </p:cNvSpPr>
            <p:nvPr/>
          </p:nvSpPr>
          <p:spPr bwMode="auto">
            <a:xfrm>
              <a:off x="1251" y="5398"/>
              <a:ext cx="4581" cy="404"/>
            </a:xfrm>
            <a:prstGeom prst="rect">
              <a:avLst/>
            </a:prstGeom>
            <a:noFill/>
            <a:ln w="9525">
              <a:noFill/>
              <a:miter lim="800000"/>
              <a:headEnd/>
              <a:tailEnd/>
            </a:ln>
          </p:spPr>
          <p:txBody>
            <a:bodyPr>
              <a:spAutoFit/>
            </a:bodyPr>
            <a:lstStyle/>
            <a:p>
              <a:pPr algn="ctr" defTabSz="4351338">
                <a:spcBef>
                  <a:spcPct val="50000"/>
                </a:spcBef>
              </a:pPr>
              <a:r>
                <a:rPr lang="es-MX" sz="3600" b="1" dirty="0"/>
                <a:t>Arquitectura y Funcionalidad</a:t>
              </a:r>
            </a:p>
          </p:txBody>
        </p:sp>
      </p:grpSp>
      <p:grpSp>
        <p:nvGrpSpPr>
          <p:cNvPr id="1035" name="Group 25"/>
          <p:cNvGrpSpPr>
            <a:grpSpLocks/>
          </p:cNvGrpSpPr>
          <p:nvPr/>
        </p:nvGrpSpPr>
        <p:grpSpPr bwMode="auto">
          <a:xfrm>
            <a:off x="2141538" y="6985000"/>
            <a:ext cx="7796212" cy="1079500"/>
            <a:chOff x="1304" y="5897"/>
            <a:chExt cx="4911" cy="680"/>
          </a:xfrm>
        </p:grpSpPr>
        <p:sp>
          <p:nvSpPr>
            <p:cNvPr id="1076" name="AutoShape 20"/>
            <p:cNvSpPr>
              <a:spLocks noChangeArrowheads="1"/>
            </p:cNvSpPr>
            <p:nvPr/>
          </p:nvSpPr>
          <p:spPr bwMode="auto">
            <a:xfrm>
              <a:off x="1304" y="5897"/>
              <a:ext cx="4911" cy="680"/>
            </a:xfrm>
            <a:prstGeom prst="roundRect">
              <a:avLst>
                <a:gd name="adj" fmla="val 16667"/>
              </a:avLst>
            </a:prstGeom>
            <a:solidFill>
              <a:schemeClr val="bg1"/>
            </a:solidFill>
            <a:ln w="76200" algn="ctr">
              <a:solidFill>
                <a:srgbClr val="FF6600"/>
              </a:solidFill>
              <a:round/>
              <a:headEnd/>
              <a:tailEnd/>
            </a:ln>
          </p:spPr>
          <p:txBody>
            <a:bodyPr wrap="none" anchor="ctr"/>
            <a:lstStyle/>
            <a:p>
              <a:endParaRPr lang="es-ES"/>
            </a:p>
          </p:txBody>
        </p:sp>
        <p:sp>
          <p:nvSpPr>
            <p:cNvPr id="1077" name="Text Box 21"/>
            <p:cNvSpPr txBox="1">
              <a:spLocks noChangeArrowheads="1"/>
            </p:cNvSpPr>
            <p:nvPr/>
          </p:nvSpPr>
          <p:spPr bwMode="auto">
            <a:xfrm>
              <a:off x="1486" y="6033"/>
              <a:ext cx="4581" cy="523"/>
            </a:xfrm>
            <a:prstGeom prst="rect">
              <a:avLst/>
            </a:prstGeom>
            <a:noFill/>
            <a:ln w="9525">
              <a:noFill/>
              <a:miter lim="800000"/>
              <a:headEnd/>
              <a:tailEnd/>
            </a:ln>
          </p:spPr>
          <p:txBody>
            <a:bodyPr>
              <a:spAutoFit/>
            </a:bodyPr>
            <a:lstStyle/>
            <a:p>
              <a:pPr algn="ctr" defTabSz="4351338">
                <a:spcBef>
                  <a:spcPct val="50000"/>
                </a:spcBef>
              </a:pPr>
              <a:r>
                <a:rPr lang="es-MX" sz="2400" b="1" i="0" u="none" strike="noStrike" dirty="0">
                  <a:solidFill>
                    <a:srgbClr val="000000"/>
                  </a:solidFill>
                  <a:effectLst/>
                  <a:latin typeface="Arial" panose="020B0604020202020204" pitchFamily="34" charset="0"/>
                </a:rPr>
                <a:t>Descripción General del Sistema de Asignación de Horarios de Profesores</a:t>
              </a:r>
              <a:endParaRPr lang="es-MX" sz="2400" b="1" dirty="0">
                <a:effectLst/>
              </a:endParaRPr>
            </a:p>
          </p:txBody>
        </p:sp>
      </p:grpSp>
      <p:graphicFrame>
        <p:nvGraphicFramePr>
          <p:cNvPr id="1026" name="Object 37"/>
          <p:cNvGraphicFramePr>
            <a:graphicFrameLocks noChangeAspect="1"/>
          </p:cNvGraphicFramePr>
          <p:nvPr/>
        </p:nvGraphicFramePr>
        <p:xfrm>
          <a:off x="16414750" y="21493163"/>
          <a:ext cx="114300" cy="215900"/>
        </p:xfrm>
        <a:graphic>
          <a:graphicData uri="http://schemas.openxmlformats.org/presentationml/2006/ole">
            <mc:AlternateContent xmlns:mc="http://schemas.openxmlformats.org/markup-compatibility/2006">
              <mc:Choice xmlns:v="urn:schemas-microsoft-com:vml" Requires="v">
                <p:oleObj spid="_x0000_s1026" name="Ecuación" r:id="rId2" imgW="114120" imgH="215640" progId="Equation.3">
                  <p:embed/>
                </p:oleObj>
              </mc:Choice>
              <mc:Fallback>
                <p:oleObj name="Ecuación" r:id="rId2" imgW="114120" imgH="215640" progId="Equation.3">
                  <p:embed/>
                  <p:pic>
                    <p:nvPicPr>
                      <p:cNvPr id="0" name="Object 3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414750" y="21493163"/>
                        <a:ext cx="114300" cy="215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36" name="AutoShape 39"/>
          <p:cNvSpPr>
            <a:spLocks noChangeArrowheads="1"/>
          </p:cNvSpPr>
          <p:nvPr/>
        </p:nvSpPr>
        <p:spPr bwMode="auto">
          <a:xfrm>
            <a:off x="11504613" y="6408738"/>
            <a:ext cx="9936162" cy="35788600"/>
          </a:xfrm>
          <a:prstGeom prst="roundRect">
            <a:avLst>
              <a:gd name="adj" fmla="val 16667"/>
            </a:avLst>
          </a:prstGeom>
          <a:solidFill>
            <a:schemeClr val="bg1"/>
          </a:solidFill>
          <a:ln w="76200" algn="ctr">
            <a:solidFill>
              <a:srgbClr val="FF6600"/>
            </a:solidFill>
            <a:round/>
            <a:headEnd/>
            <a:tailEnd/>
          </a:ln>
        </p:spPr>
        <p:txBody>
          <a:bodyPr wrap="none" anchor="ctr"/>
          <a:lstStyle/>
          <a:p>
            <a:endParaRPr lang="es-ES"/>
          </a:p>
        </p:txBody>
      </p:sp>
      <p:sp>
        <p:nvSpPr>
          <p:cNvPr id="1037" name="Text Box 40"/>
          <p:cNvSpPr txBox="1">
            <a:spLocks noChangeArrowheads="1"/>
          </p:cNvSpPr>
          <p:nvPr/>
        </p:nvSpPr>
        <p:spPr bwMode="auto">
          <a:xfrm>
            <a:off x="11647488" y="6907212"/>
            <a:ext cx="9728836" cy="34152939"/>
          </a:xfrm>
          <a:prstGeom prst="rect">
            <a:avLst/>
          </a:prstGeom>
          <a:noFill/>
          <a:ln w="9525">
            <a:noFill/>
            <a:miter lim="800000"/>
            <a:headEnd/>
            <a:tailEnd/>
          </a:ln>
        </p:spPr>
        <p:txBody>
          <a:bodyPr wrap="square">
            <a:spAutoFit/>
          </a:bodyPr>
          <a:lstStyle/>
          <a:p>
            <a:pPr algn="ctr" rtl="0">
              <a:spcBef>
                <a:spcPts val="1200"/>
              </a:spcBef>
              <a:spcAft>
                <a:spcPts val="1200"/>
              </a:spcAft>
            </a:pPr>
            <a:r>
              <a:rPr lang="es-MX" sz="2000" b="1" i="0" u="none" strike="noStrike" dirty="0">
                <a:solidFill>
                  <a:srgbClr val="000000"/>
                </a:solidFill>
                <a:effectLst/>
                <a:latin typeface="Arial" panose="020B0604020202020204" pitchFamily="34" charset="0"/>
              </a:rPr>
              <a:t>Beneficios</a:t>
            </a:r>
            <a:endParaRPr lang="es-MX" sz="2000" b="1" dirty="0">
              <a:effectLst/>
            </a:endParaRPr>
          </a:p>
          <a:p>
            <a:pPr algn="just" rtl="0" fontAlgn="base">
              <a:spcBef>
                <a:spcPts val="1200"/>
              </a:spcBef>
              <a:spcAft>
                <a:spcPts val="0"/>
              </a:spcAft>
              <a:buFont typeface="Arial" panose="020B0604020202020204" pitchFamily="34" charset="0"/>
              <a:buChar char="•"/>
            </a:pPr>
            <a:r>
              <a:rPr lang="es-MX" sz="2000" b="1" i="0" u="none" strike="noStrike" dirty="0">
                <a:solidFill>
                  <a:srgbClr val="000000"/>
                </a:solidFill>
                <a:effectLst/>
                <a:latin typeface="Arial" panose="020B0604020202020204" pitchFamily="34" charset="0"/>
              </a:rPr>
              <a:t>Modularidad: Separa la lógica de negocio de la interfaz de usuario.</a:t>
            </a:r>
          </a:p>
          <a:p>
            <a:pPr algn="just" rtl="0" fontAlgn="base">
              <a:spcBef>
                <a:spcPts val="0"/>
              </a:spcBef>
              <a:spcAft>
                <a:spcPts val="0"/>
              </a:spcAft>
              <a:buFont typeface="Arial" panose="020B0604020202020204" pitchFamily="34" charset="0"/>
              <a:buChar char="•"/>
            </a:pPr>
            <a:r>
              <a:rPr lang="es-MX" sz="2000" b="1" i="0" u="none" strike="noStrike" dirty="0">
                <a:solidFill>
                  <a:srgbClr val="000000"/>
                </a:solidFill>
                <a:effectLst/>
                <a:latin typeface="Arial" panose="020B0604020202020204" pitchFamily="34" charset="0"/>
              </a:rPr>
              <a:t>Facilita el mantenimiento: Cambios en la vista no afectan al modelo y viceversa.</a:t>
            </a:r>
          </a:p>
          <a:p>
            <a:pPr algn="just" rtl="0" fontAlgn="base">
              <a:spcBef>
                <a:spcPts val="0"/>
              </a:spcBef>
              <a:spcAft>
                <a:spcPts val="1200"/>
              </a:spcAft>
              <a:buFont typeface="Arial" panose="020B0604020202020204" pitchFamily="34" charset="0"/>
              <a:buChar char="•"/>
            </a:pPr>
            <a:r>
              <a:rPr lang="es-MX" sz="2000" b="1" i="0" u="none" strike="noStrike" dirty="0">
                <a:solidFill>
                  <a:srgbClr val="000000"/>
                </a:solidFill>
                <a:effectLst/>
                <a:latin typeface="Arial" panose="020B0604020202020204" pitchFamily="34" charset="0"/>
              </a:rPr>
              <a:t>Reutilización: Permite reutilizar el modelo en diferentes interfaces (Web, móvil, escritorio).</a:t>
            </a:r>
            <a:endParaRPr lang="es-MX" sz="2800" b="1" dirty="0"/>
          </a:p>
          <a:p>
            <a:pPr marL="1638300" indent="-1638300" algn="just" defTabSz="4351338">
              <a:spcBef>
                <a:spcPct val="50000"/>
              </a:spcBef>
            </a:pPr>
            <a:endParaRPr lang="es-MX" sz="2800" dirty="0"/>
          </a:p>
          <a:p>
            <a:pPr marL="1638300" indent="-1638300" algn="just" defTabSz="4351338">
              <a:spcBef>
                <a:spcPct val="50000"/>
              </a:spcBef>
            </a:pPr>
            <a:endParaRPr lang="es-MX" sz="2800" dirty="0"/>
          </a:p>
          <a:p>
            <a:pPr marL="1638300" indent="-1638300" algn="just" defTabSz="4351338">
              <a:spcBef>
                <a:spcPct val="50000"/>
              </a:spcBef>
            </a:pPr>
            <a:endParaRPr lang="es-MX" sz="2800" dirty="0"/>
          </a:p>
          <a:p>
            <a:pPr marL="1638300" indent="-1638300" algn="just" defTabSz="4351338">
              <a:spcBef>
                <a:spcPct val="50000"/>
              </a:spcBef>
            </a:pPr>
            <a:endParaRPr lang="es-MX" sz="2800" dirty="0"/>
          </a:p>
          <a:p>
            <a:pPr marL="1638300" indent="-1638300" algn="just" defTabSz="4351338">
              <a:spcBef>
                <a:spcPct val="50000"/>
              </a:spcBef>
            </a:pPr>
            <a:endParaRPr lang="es-MX" sz="2800" dirty="0"/>
          </a:p>
          <a:p>
            <a:pPr marL="1638300" indent="-1638300" algn="just" defTabSz="4351338">
              <a:spcBef>
                <a:spcPct val="50000"/>
              </a:spcBef>
            </a:pPr>
            <a:endParaRPr lang="es-MX" sz="2800" dirty="0"/>
          </a:p>
          <a:p>
            <a:pPr marL="1638300" indent="-1638300" algn="just" defTabSz="4351338">
              <a:spcBef>
                <a:spcPct val="50000"/>
              </a:spcBef>
            </a:pPr>
            <a:endParaRPr lang="es-MX" sz="2800" dirty="0"/>
          </a:p>
          <a:p>
            <a:pPr marL="1638300" indent="-1638300" algn="just" defTabSz="4351338">
              <a:spcBef>
                <a:spcPct val="50000"/>
              </a:spcBef>
            </a:pPr>
            <a:endParaRPr lang="es-MX" sz="2800" dirty="0"/>
          </a:p>
          <a:p>
            <a:pPr marL="1638300" indent="-1638300" algn="just" defTabSz="4351338">
              <a:spcBef>
                <a:spcPct val="50000"/>
              </a:spcBef>
            </a:pPr>
            <a:endParaRPr lang="es-MX" sz="2800" dirty="0"/>
          </a:p>
          <a:p>
            <a:pPr marL="1638300" indent="-1638300" algn="just" defTabSz="4351338">
              <a:spcBef>
                <a:spcPct val="50000"/>
              </a:spcBef>
            </a:pPr>
            <a:endParaRPr lang="es-MX" sz="2800" dirty="0"/>
          </a:p>
          <a:p>
            <a:pPr marL="1638300" indent="-1638300" algn="just" defTabSz="4351338">
              <a:spcBef>
                <a:spcPct val="50000"/>
              </a:spcBef>
            </a:pPr>
            <a:endParaRPr lang="es-MX" sz="2800" dirty="0"/>
          </a:p>
          <a:p>
            <a:pPr marL="1638300" indent="-1638300" algn="just" defTabSz="4351338">
              <a:spcBef>
                <a:spcPct val="50000"/>
              </a:spcBef>
            </a:pPr>
            <a:endParaRPr lang="es-MX" sz="2800" dirty="0"/>
          </a:p>
          <a:p>
            <a:pPr marL="1638300" indent="-1638300" algn="just" defTabSz="4351338">
              <a:spcBef>
                <a:spcPct val="50000"/>
              </a:spcBef>
            </a:pPr>
            <a:endParaRPr lang="es-MX" sz="2800" dirty="0"/>
          </a:p>
          <a:p>
            <a:pPr marL="1638300" indent="-1638300" defTabSz="4351338">
              <a:spcBef>
                <a:spcPct val="50000"/>
              </a:spcBef>
            </a:pPr>
            <a:endParaRPr lang="es-MX" sz="2000" dirty="0"/>
          </a:p>
          <a:p>
            <a:pPr marL="1638300" indent="-1638300" defTabSz="4351338">
              <a:spcBef>
                <a:spcPct val="50000"/>
              </a:spcBef>
            </a:pPr>
            <a:endParaRPr lang="es-MX" sz="2000" dirty="0"/>
          </a:p>
          <a:p>
            <a:pPr marL="1638300" indent="-1638300" defTabSz="4351338">
              <a:spcBef>
                <a:spcPct val="50000"/>
              </a:spcBef>
            </a:pPr>
            <a:r>
              <a:rPr lang="es-MX" sz="2000" dirty="0"/>
              <a:t>Figura 2: </a:t>
            </a:r>
            <a:r>
              <a:rPr lang="es-MX" sz="2000" b="1" i="0" u="none" strike="noStrike" dirty="0">
                <a:solidFill>
                  <a:srgbClr val="000000"/>
                </a:solidFill>
                <a:effectLst/>
                <a:latin typeface="Arial" panose="020B0604020202020204" pitchFamily="34" charset="0"/>
              </a:rPr>
              <a:t>Patrón Modelo-Vista-Controlador (MVC):</a:t>
            </a:r>
            <a:r>
              <a:rPr lang="es-MX" sz="2000" dirty="0"/>
              <a:t>.</a:t>
            </a:r>
            <a:endParaRPr lang="es-MX" sz="2800" dirty="0"/>
          </a:p>
          <a:p>
            <a:pPr algn="just" rtl="0">
              <a:spcBef>
                <a:spcPts val="1400"/>
              </a:spcBef>
              <a:spcAft>
                <a:spcPts val="0"/>
              </a:spcAft>
            </a:pPr>
            <a:r>
              <a:rPr lang="es-MX" sz="2000" b="1" i="0" u="none" strike="noStrike" dirty="0">
                <a:solidFill>
                  <a:srgbClr val="000000"/>
                </a:solidFill>
                <a:effectLst/>
                <a:latin typeface="Arial" panose="020B0604020202020204" pitchFamily="34" charset="0"/>
              </a:rPr>
              <a:t>Lenguaje de Definición de Interfaces (IDL)</a:t>
            </a:r>
            <a:endParaRPr lang="es-MX" sz="2000" b="1" dirty="0">
              <a:effectLst/>
            </a:endParaRPr>
          </a:p>
          <a:p>
            <a:pPr algn="just" rtl="0">
              <a:spcBef>
                <a:spcPts val="1200"/>
              </a:spcBef>
              <a:spcAft>
                <a:spcPts val="1200"/>
              </a:spcAft>
            </a:pPr>
            <a:r>
              <a:rPr lang="es-MX" sz="2000" b="1" i="0" u="none" strike="noStrike" dirty="0">
                <a:solidFill>
                  <a:srgbClr val="000000"/>
                </a:solidFill>
                <a:effectLst/>
                <a:latin typeface="Arial" panose="020B0604020202020204" pitchFamily="34" charset="0"/>
              </a:rPr>
              <a:t>Este sistema está diseñado con arquitectura web basada en el modelo cliente-servidor, por lo que las interfaces entre los componentes siguen estándares modernos como lo son:</a:t>
            </a:r>
            <a:endParaRPr lang="es-MX" sz="2000" b="1" dirty="0">
              <a:effectLst/>
            </a:endParaRPr>
          </a:p>
          <a:p>
            <a:pPr algn="just" rtl="0" fontAlgn="base">
              <a:spcBef>
                <a:spcPts val="1200"/>
              </a:spcBef>
              <a:spcAft>
                <a:spcPts val="0"/>
              </a:spcAft>
              <a:buFont typeface="Arial" panose="020B0604020202020204" pitchFamily="34" charset="0"/>
              <a:buChar char="•"/>
            </a:pPr>
            <a:r>
              <a:rPr lang="es-MX" sz="2000" b="1" i="0" u="none" strike="noStrike" dirty="0" err="1">
                <a:solidFill>
                  <a:srgbClr val="000000"/>
                </a:solidFill>
                <a:effectLst/>
                <a:latin typeface="Arial" panose="020B0604020202020204" pitchFamily="34" charset="0"/>
              </a:rPr>
              <a:t>RESTful</a:t>
            </a:r>
            <a:r>
              <a:rPr lang="es-MX" sz="2000" b="1" i="0" u="none" strike="noStrike" dirty="0">
                <a:solidFill>
                  <a:srgbClr val="000000"/>
                </a:solidFill>
                <a:effectLst/>
                <a:latin typeface="Arial" panose="020B0604020202020204" pitchFamily="34" charset="0"/>
              </a:rPr>
              <a:t> API: para comunicación entre el </a:t>
            </a:r>
            <a:r>
              <a:rPr lang="es-MX" sz="2000" b="1" i="0" u="none" strike="noStrike" dirty="0" err="1">
                <a:solidFill>
                  <a:srgbClr val="000000"/>
                </a:solidFill>
                <a:effectLst/>
                <a:latin typeface="Arial" panose="020B0604020202020204" pitchFamily="34" charset="0"/>
              </a:rPr>
              <a:t>frontend</a:t>
            </a:r>
            <a:r>
              <a:rPr lang="es-MX" sz="2000" b="1" i="0" u="none" strike="noStrike" dirty="0">
                <a:solidFill>
                  <a:srgbClr val="000000"/>
                </a:solidFill>
                <a:effectLst/>
                <a:latin typeface="Arial" panose="020B0604020202020204" pitchFamily="34" charset="0"/>
              </a:rPr>
              <a:t> web y el </a:t>
            </a:r>
            <a:r>
              <a:rPr lang="es-MX" sz="2000" b="1" i="0" u="none" strike="noStrike" dirty="0" err="1">
                <a:solidFill>
                  <a:srgbClr val="000000"/>
                </a:solidFill>
                <a:effectLst/>
                <a:latin typeface="Arial" panose="020B0604020202020204" pitchFamily="34" charset="0"/>
              </a:rPr>
              <a:t>backend</a:t>
            </a:r>
            <a:r>
              <a:rPr lang="es-MX" sz="2000" b="1" i="0" u="none" strike="noStrike" dirty="0">
                <a:solidFill>
                  <a:srgbClr val="000000"/>
                </a:solidFill>
                <a:effectLst/>
                <a:latin typeface="Arial" panose="020B0604020202020204" pitchFamily="34" charset="0"/>
              </a:rPr>
              <a:t> (servidor Django).</a:t>
            </a:r>
          </a:p>
          <a:p>
            <a:pPr algn="just" rtl="0" fontAlgn="base">
              <a:spcBef>
                <a:spcPts val="0"/>
              </a:spcBef>
              <a:spcAft>
                <a:spcPts val="0"/>
              </a:spcAft>
              <a:buFont typeface="Arial" panose="020B0604020202020204" pitchFamily="34" charset="0"/>
              <a:buChar char="•"/>
            </a:pPr>
            <a:r>
              <a:rPr lang="es-MX" sz="2000" b="1" i="0" u="none" strike="noStrike" dirty="0">
                <a:solidFill>
                  <a:srgbClr val="000000"/>
                </a:solidFill>
                <a:effectLst/>
                <a:latin typeface="Arial" panose="020B0604020202020204" pitchFamily="34" charset="0"/>
              </a:rPr>
              <a:t>ORM de Django: actúa como interfaz hacia la base de datos MySQL.</a:t>
            </a:r>
          </a:p>
          <a:p>
            <a:pPr algn="just" rtl="0" fontAlgn="base">
              <a:spcBef>
                <a:spcPts val="0"/>
              </a:spcBef>
              <a:spcAft>
                <a:spcPts val="0"/>
              </a:spcAft>
              <a:buFont typeface="Arial" panose="020B0604020202020204" pitchFamily="34" charset="0"/>
              <a:buChar char="•"/>
            </a:pPr>
            <a:r>
              <a:rPr lang="es-MX" sz="2000" b="1" i="0" u="none" strike="noStrike" dirty="0">
                <a:solidFill>
                  <a:srgbClr val="000000"/>
                </a:solidFill>
                <a:effectLst/>
                <a:latin typeface="Arial" panose="020B0604020202020204" pitchFamily="34" charset="0"/>
              </a:rPr>
              <a:t>JSON: formato de datos para intercambios entre </a:t>
            </a:r>
            <a:r>
              <a:rPr lang="es-MX" sz="2000" b="1" i="0" u="none" strike="noStrike" dirty="0" err="1">
                <a:solidFill>
                  <a:srgbClr val="000000"/>
                </a:solidFill>
                <a:effectLst/>
                <a:latin typeface="Arial" panose="020B0604020202020204" pitchFamily="34" charset="0"/>
              </a:rPr>
              <a:t>frontend</a:t>
            </a:r>
            <a:r>
              <a:rPr lang="es-MX" sz="2000" b="1" i="0" u="none" strike="noStrike" dirty="0">
                <a:solidFill>
                  <a:srgbClr val="000000"/>
                </a:solidFill>
                <a:effectLst/>
                <a:latin typeface="Arial" panose="020B0604020202020204" pitchFamily="34" charset="0"/>
              </a:rPr>
              <a:t> y </a:t>
            </a:r>
            <a:r>
              <a:rPr lang="es-MX" sz="2000" b="1" i="0" u="none" strike="noStrike" dirty="0" err="1">
                <a:solidFill>
                  <a:srgbClr val="000000"/>
                </a:solidFill>
                <a:effectLst/>
                <a:latin typeface="Arial" panose="020B0604020202020204" pitchFamily="34" charset="0"/>
              </a:rPr>
              <a:t>backend</a:t>
            </a:r>
            <a:r>
              <a:rPr lang="es-MX" sz="2000" b="1" i="0" u="none" strike="noStrike" dirty="0">
                <a:solidFill>
                  <a:srgbClr val="000000"/>
                </a:solidFill>
                <a:effectLst/>
                <a:latin typeface="Arial" panose="020B0604020202020204" pitchFamily="34" charset="0"/>
              </a:rPr>
              <a:t>.</a:t>
            </a:r>
          </a:p>
          <a:p>
            <a:pPr algn="just" rtl="0" fontAlgn="base">
              <a:spcBef>
                <a:spcPts val="0"/>
              </a:spcBef>
              <a:spcAft>
                <a:spcPts val="1200"/>
              </a:spcAft>
              <a:buFont typeface="Arial" panose="020B0604020202020204" pitchFamily="34" charset="0"/>
              <a:buChar char="•"/>
            </a:pPr>
            <a:r>
              <a:rPr lang="es-MX" sz="2000" b="1" i="0" u="none" strike="noStrike" dirty="0">
                <a:solidFill>
                  <a:srgbClr val="000000"/>
                </a:solidFill>
                <a:effectLst/>
                <a:latin typeface="Arial" panose="020B0604020202020204" pitchFamily="34" charset="0"/>
              </a:rPr>
              <a:t>HTML/CSS/JavaScript: lenguajes para la interfaz visual de usuario.</a:t>
            </a:r>
          </a:p>
          <a:p>
            <a:pPr algn="just" rtl="0">
              <a:spcBef>
                <a:spcPts val="1200"/>
              </a:spcBef>
              <a:spcAft>
                <a:spcPts val="1200"/>
              </a:spcAft>
            </a:pPr>
            <a:r>
              <a:rPr lang="es-MX" sz="2000" b="1" i="0" u="none" strike="noStrike" dirty="0">
                <a:solidFill>
                  <a:srgbClr val="000000"/>
                </a:solidFill>
                <a:effectLst/>
                <a:latin typeface="Arial" panose="020B0604020202020204" pitchFamily="34" charset="0"/>
              </a:rPr>
              <a:t>Cada una de estas interfaces expone funciones específicas que están alineadas con los casos de uso y requisitos funcionales (RF) del sistema.</a:t>
            </a:r>
            <a:endParaRPr lang="es-MX" sz="2000" b="1" dirty="0">
              <a:effectLst/>
            </a:endParaRPr>
          </a:p>
          <a:p>
            <a:pPr algn="just" rtl="0">
              <a:spcBef>
                <a:spcPts val="1200"/>
              </a:spcBef>
              <a:spcAft>
                <a:spcPts val="1200"/>
              </a:spcAft>
            </a:pPr>
            <a:r>
              <a:rPr lang="es-MX" sz="2000" b="1" i="0" u="none" strike="noStrike" dirty="0">
                <a:solidFill>
                  <a:srgbClr val="000000"/>
                </a:solidFill>
                <a:effectLst/>
                <a:latin typeface="Arial" panose="020B0604020202020204" pitchFamily="34" charset="0"/>
              </a:rPr>
              <a:t>El sistema de asignación de horarios utiliza un enfoque basado en Lenguajes de Definición de Interfaz (IDL, por sus siglas en inglés) para estandarizar la comunicación entre los componentes del sistema, así como su interacción con sistemas externos. Un IDL permite especificar de forma clara y estructurada las operaciones que están disponibles en cada módulo o componente, facilitando así la interoperabilidad, independientemente del lenguaje de programación subyacente.</a:t>
            </a:r>
            <a:endParaRPr lang="es-MX" sz="2000" b="1" dirty="0">
              <a:effectLst/>
            </a:endParaRPr>
          </a:p>
          <a:p>
            <a:pPr algn="just" rtl="0">
              <a:spcBef>
                <a:spcPts val="1200"/>
              </a:spcBef>
              <a:spcAft>
                <a:spcPts val="1200"/>
              </a:spcAft>
            </a:pPr>
            <a:r>
              <a:rPr lang="es-MX" sz="2000" b="1" i="0" u="none" strike="noStrike" dirty="0">
                <a:solidFill>
                  <a:srgbClr val="000000"/>
                </a:solidFill>
                <a:effectLst/>
                <a:latin typeface="Arial" panose="020B0604020202020204" pitchFamily="34" charset="0"/>
              </a:rPr>
              <a:t>Cada componente funcional del sistema tiene definida una interfaz clara y separada que especifica las operaciones que puede realizar, y cómo interactúa tanto con los actores del sistema como con otros servicios o recursos externos, tales como la base de datos MySQL y el servidor </a:t>
            </a:r>
            <a:r>
              <a:rPr lang="es-MX" sz="2000" b="1" i="0" u="none" strike="noStrike" dirty="0" err="1">
                <a:solidFill>
                  <a:srgbClr val="000000"/>
                </a:solidFill>
                <a:effectLst/>
                <a:latin typeface="Arial" panose="020B0604020202020204" pitchFamily="34" charset="0"/>
              </a:rPr>
              <a:t>backend</a:t>
            </a:r>
            <a:r>
              <a:rPr lang="es-MX" sz="2000" b="1" i="0" u="none" strike="noStrike" dirty="0">
                <a:solidFill>
                  <a:srgbClr val="000000"/>
                </a:solidFill>
                <a:effectLst/>
                <a:latin typeface="Arial" panose="020B0604020202020204" pitchFamily="34" charset="0"/>
              </a:rPr>
              <a:t> (Django). Estas interfaces son fundamentales para permitir la implementación modular y escalable del sistema.</a:t>
            </a:r>
          </a:p>
          <a:p>
            <a:pPr algn="ctr" rtl="0">
              <a:spcBef>
                <a:spcPts val="1200"/>
              </a:spcBef>
              <a:spcAft>
                <a:spcPts val="1200"/>
              </a:spcAft>
            </a:pPr>
            <a:endParaRPr lang="es-MX" sz="2000" b="1" dirty="0">
              <a:effectLst/>
            </a:endParaRPr>
          </a:p>
          <a:p>
            <a:br>
              <a:rPr lang="es-MX" sz="800" dirty="0"/>
            </a:br>
            <a:endParaRPr lang="es-MX" sz="2800" dirty="0"/>
          </a:p>
          <a:p>
            <a:pPr marL="1638300" indent="-1638300" algn="just" defTabSz="4351338">
              <a:spcBef>
                <a:spcPct val="50000"/>
              </a:spcBef>
            </a:pPr>
            <a:endParaRPr lang="es-MX" sz="2800" dirty="0"/>
          </a:p>
          <a:p>
            <a:pPr marL="1638300" indent="-1638300" algn="just" defTabSz="4351338">
              <a:spcBef>
                <a:spcPct val="50000"/>
              </a:spcBef>
            </a:pPr>
            <a:endParaRPr lang="es-MX" sz="2800" dirty="0"/>
          </a:p>
          <a:p>
            <a:pPr marL="1638300" indent="-1638300" algn="just" defTabSz="4351338">
              <a:spcBef>
                <a:spcPct val="50000"/>
              </a:spcBef>
            </a:pPr>
            <a:endParaRPr lang="es-MX" sz="2800" dirty="0"/>
          </a:p>
          <a:p>
            <a:pPr marL="1638300" indent="-1638300" algn="just" defTabSz="4351338">
              <a:spcBef>
                <a:spcPct val="50000"/>
              </a:spcBef>
            </a:pPr>
            <a:endParaRPr lang="es-MX" sz="2800" dirty="0"/>
          </a:p>
          <a:p>
            <a:pPr marL="1638300" indent="-1638300" algn="just" defTabSz="4351338">
              <a:spcBef>
                <a:spcPct val="50000"/>
              </a:spcBef>
            </a:pPr>
            <a:endParaRPr lang="es-MX" sz="2800" dirty="0"/>
          </a:p>
          <a:p>
            <a:pPr marL="1638300" indent="-1638300" algn="ctr" defTabSz="4351338">
              <a:spcBef>
                <a:spcPct val="50000"/>
              </a:spcBef>
            </a:pPr>
            <a:endParaRPr lang="es-MX" sz="2800" u="sng" dirty="0">
              <a:solidFill>
                <a:srgbClr val="FFA042"/>
              </a:solidFill>
            </a:endParaRPr>
          </a:p>
          <a:p>
            <a:pPr marL="1638300" indent="-1638300" algn="ctr" defTabSz="4351338">
              <a:spcBef>
                <a:spcPct val="50000"/>
              </a:spcBef>
            </a:pPr>
            <a:endParaRPr lang="es-MX" sz="2800" u="sng" dirty="0">
              <a:solidFill>
                <a:srgbClr val="FFA042"/>
              </a:solidFill>
            </a:endParaRPr>
          </a:p>
          <a:p>
            <a:pPr marL="1638300" indent="-1638300" algn="ctr" defTabSz="4351338">
              <a:spcBef>
                <a:spcPct val="50000"/>
              </a:spcBef>
            </a:pPr>
            <a:endParaRPr lang="es-MX" sz="2800" u="sng" dirty="0">
              <a:solidFill>
                <a:srgbClr val="FFA042"/>
              </a:solidFill>
            </a:endParaRPr>
          </a:p>
          <a:p>
            <a:pPr marL="1638300" indent="-1638300" algn="ctr" defTabSz="4351338">
              <a:spcBef>
                <a:spcPct val="50000"/>
              </a:spcBef>
            </a:pPr>
            <a:endParaRPr lang="es-MX" sz="2800" u="sng" dirty="0">
              <a:solidFill>
                <a:srgbClr val="FFA042"/>
              </a:solidFill>
            </a:endParaRPr>
          </a:p>
          <a:p>
            <a:pPr algn="just" rtl="0">
              <a:spcBef>
                <a:spcPts val="0"/>
              </a:spcBef>
              <a:spcAft>
                <a:spcPts val="0"/>
              </a:spcAft>
            </a:pPr>
            <a:r>
              <a:rPr lang="es-MX" sz="2000" dirty="0"/>
              <a:t>Figura 3: </a:t>
            </a:r>
            <a:r>
              <a:rPr lang="es-MX" sz="1800" b="0" i="0" u="none" strike="noStrike" dirty="0">
                <a:solidFill>
                  <a:srgbClr val="000000"/>
                </a:solidFill>
                <a:effectLst/>
                <a:latin typeface="Arial" panose="020B0604020202020204" pitchFamily="34" charset="0"/>
              </a:rPr>
              <a:t>Lenguajes de definición de interfaz (IDL), diagrama de componentes UML</a:t>
            </a:r>
            <a:endParaRPr lang="es-MX" sz="2000" dirty="0"/>
          </a:p>
          <a:p>
            <a:pPr algn="just" rtl="0">
              <a:spcBef>
                <a:spcPts val="0"/>
              </a:spcBef>
              <a:spcAft>
                <a:spcPts val="0"/>
              </a:spcAft>
            </a:pPr>
            <a:r>
              <a:rPr lang="es-MX" sz="2000" i="0" u="none" strike="noStrike" dirty="0">
                <a:solidFill>
                  <a:srgbClr val="000000"/>
                </a:solidFill>
                <a:effectLst/>
                <a:latin typeface="Arial" panose="020B0604020202020204" pitchFamily="34" charset="0"/>
              </a:rPr>
              <a:t>Interacción (5.10)</a:t>
            </a:r>
            <a:endParaRPr lang="es-MX" sz="2000" dirty="0">
              <a:effectLst/>
            </a:endParaRPr>
          </a:p>
          <a:p>
            <a:pPr algn="just" rtl="0">
              <a:spcBef>
                <a:spcPts val="1200"/>
              </a:spcBef>
              <a:spcAft>
                <a:spcPts val="200"/>
              </a:spcAft>
            </a:pPr>
            <a:r>
              <a:rPr lang="es-MX" sz="2000" i="0" u="none" strike="noStrike" dirty="0">
                <a:solidFill>
                  <a:srgbClr val="000000"/>
                </a:solidFill>
                <a:effectLst/>
                <a:latin typeface="Arial" panose="020B0604020202020204" pitchFamily="34" charset="0"/>
              </a:rPr>
              <a:t>DIAGRAMA DE SECUENCIA 1 DEL CASO DE USO 01 AGREGAR PROFESOR:</a:t>
            </a:r>
          </a:p>
          <a:p>
            <a:pPr algn="just" rtl="0">
              <a:spcBef>
                <a:spcPts val="1200"/>
              </a:spcBef>
              <a:spcAft>
                <a:spcPts val="1200"/>
              </a:spcAft>
            </a:pPr>
            <a:r>
              <a:rPr lang="es-MX" sz="2000" b="1" i="0" u="none" strike="noStrike" dirty="0">
                <a:solidFill>
                  <a:srgbClr val="000000"/>
                </a:solidFill>
                <a:effectLst/>
                <a:latin typeface="+mj-lt"/>
              </a:rPr>
              <a:t>El diagrama de secuencia ilustra el flujo de interacciones entre los diferentes componentes del sistema durante el proceso de agregar un nuevo profesor. El proceso se inicia cuando el Administrador, a través de la interfaz de usuario, selecciona la opción para iniciar la gestión de profesores. La interfaz muestra una pantalla de bienvenida con varias opciones, incluyendo la de agregar un nuevo profesor, la cual el Administrador selecciona. Al seleccionar la opción de agregar profesor, la interfaz solicita al Administrador que llene un formulario con los datos del nuevo profesor, como el ID de empleado, nombre, correo electrónico, especialidad y materias asignadas. A medida que el Administrador ingresa cada dato, la interfaz envía mensajes al componente "</a:t>
            </a:r>
            <a:r>
              <a:rPr lang="es-MX" sz="2000" b="1" i="0" u="none" strike="noStrike" dirty="0" err="1">
                <a:solidFill>
                  <a:srgbClr val="000000"/>
                </a:solidFill>
                <a:effectLst/>
                <a:latin typeface="+mj-lt"/>
              </a:rPr>
              <a:t>Controllers</a:t>
            </a:r>
            <a:r>
              <a:rPr lang="es-MX" sz="2000" b="1" i="0" u="none" strike="noStrike" dirty="0">
                <a:solidFill>
                  <a:srgbClr val="000000"/>
                </a:solidFill>
                <a:effectLst/>
                <a:latin typeface="+mj-lt"/>
              </a:rPr>
              <a:t>" para validar la información ingresada. El "</a:t>
            </a:r>
            <a:r>
              <a:rPr lang="es-MX" sz="2000" b="1" i="0" u="none" strike="noStrike" dirty="0" err="1">
                <a:solidFill>
                  <a:srgbClr val="000000"/>
                </a:solidFill>
                <a:effectLst/>
                <a:latin typeface="+mj-lt"/>
              </a:rPr>
              <a:t>Controllers</a:t>
            </a:r>
            <a:r>
              <a:rPr lang="es-MX" sz="2000" b="1" i="0" u="none" strike="noStrike" dirty="0">
                <a:solidFill>
                  <a:srgbClr val="000000"/>
                </a:solidFill>
                <a:effectLst/>
                <a:latin typeface="+mj-lt"/>
              </a:rPr>
              <a:t>" a su vez interactúa con el "</a:t>
            </a:r>
            <a:r>
              <a:rPr lang="es-MX" sz="2000" b="1" i="0" u="none" strike="noStrike" dirty="0" err="1">
                <a:solidFill>
                  <a:srgbClr val="000000"/>
                </a:solidFill>
                <a:effectLst/>
                <a:latin typeface="+mj-lt"/>
              </a:rPr>
              <a:t>SesionManager</a:t>
            </a:r>
            <a:r>
              <a:rPr lang="es-MX" sz="2000" b="1" i="0" u="none" strike="noStrike" dirty="0">
                <a:solidFill>
                  <a:srgbClr val="000000"/>
                </a:solidFill>
                <a:effectLst/>
                <a:latin typeface="+mj-lt"/>
              </a:rPr>
              <a:t>" y la "Base Datos" para realizar las validaciones necesarias, como verificar si ya existe un profesor con el mismo ID, nombre o correo electrónico, y para confirmar la existencia y disponibilidad de la especialidad y las materias asignadas.</a:t>
            </a:r>
            <a:endParaRPr lang="es-MX" sz="2000" b="1" dirty="0">
              <a:effectLst/>
              <a:latin typeface="+mj-lt"/>
            </a:endParaRPr>
          </a:p>
        </p:txBody>
      </p:sp>
      <p:sp>
        <p:nvSpPr>
          <p:cNvPr id="1038" name="AutoShape 42"/>
          <p:cNvSpPr>
            <a:spLocks noChangeArrowheads="1"/>
          </p:cNvSpPr>
          <p:nvPr/>
        </p:nvSpPr>
        <p:spPr bwMode="auto">
          <a:xfrm>
            <a:off x="21829713" y="6408738"/>
            <a:ext cx="9936162" cy="35788600"/>
          </a:xfrm>
          <a:prstGeom prst="roundRect">
            <a:avLst>
              <a:gd name="adj" fmla="val 16667"/>
            </a:avLst>
          </a:prstGeom>
          <a:solidFill>
            <a:schemeClr val="bg1"/>
          </a:solidFill>
          <a:ln w="76200" algn="ctr">
            <a:solidFill>
              <a:srgbClr val="FF6600"/>
            </a:solidFill>
            <a:round/>
            <a:headEnd/>
            <a:tailEnd/>
          </a:ln>
        </p:spPr>
        <p:txBody>
          <a:bodyPr wrap="none" anchor="ctr"/>
          <a:lstStyle/>
          <a:p>
            <a:endParaRPr lang="es-ES" sz="2000" dirty="0"/>
          </a:p>
          <a:p>
            <a:endParaRPr lang="es-ES" sz="2000" dirty="0"/>
          </a:p>
          <a:p>
            <a:endParaRPr lang="es-ES" sz="2000" dirty="0"/>
          </a:p>
          <a:p>
            <a:endParaRPr lang="es-ES" sz="2000" dirty="0"/>
          </a:p>
          <a:p>
            <a:endParaRPr lang="es-ES" sz="2000" dirty="0"/>
          </a:p>
          <a:p>
            <a:endParaRPr lang="es-ES" sz="2000" dirty="0"/>
          </a:p>
          <a:p>
            <a:endParaRPr lang="es-ES" sz="2000" dirty="0"/>
          </a:p>
          <a:p>
            <a:endParaRPr lang="es-ES" sz="2000" dirty="0"/>
          </a:p>
          <a:p>
            <a:endParaRPr lang="es-ES" sz="2000" dirty="0"/>
          </a:p>
          <a:p>
            <a:endParaRPr lang="es-ES" sz="2000" dirty="0"/>
          </a:p>
          <a:p>
            <a:endParaRPr lang="es-ES" sz="2000" dirty="0"/>
          </a:p>
          <a:p>
            <a:endParaRPr lang="es-ES" sz="2000" dirty="0"/>
          </a:p>
          <a:p>
            <a:endParaRPr lang="es-ES" sz="2000" dirty="0"/>
          </a:p>
          <a:p>
            <a:endParaRPr lang="es-ES" sz="2000" dirty="0"/>
          </a:p>
          <a:p>
            <a:endParaRPr lang="es-ES" sz="2000" dirty="0"/>
          </a:p>
          <a:p>
            <a:endParaRPr lang="es-ES" sz="2000" dirty="0"/>
          </a:p>
          <a:p>
            <a:endParaRPr lang="es-ES" sz="2000" dirty="0"/>
          </a:p>
          <a:p>
            <a:endParaRPr lang="es-ES" sz="2000" dirty="0"/>
          </a:p>
          <a:p>
            <a:endParaRPr lang="es-ES" sz="2000" dirty="0"/>
          </a:p>
          <a:p>
            <a:endParaRPr lang="es-ES" sz="2000" dirty="0"/>
          </a:p>
          <a:p>
            <a:endParaRPr lang="es-ES" sz="2000" dirty="0"/>
          </a:p>
          <a:p>
            <a:endParaRPr lang="es-ES" sz="2000" dirty="0"/>
          </a:p>
          <a:p>
            <a:endParaRPr lang="es-ES" sz="2000" dirty="0"/>
          </a:p>
          <a:p>
            <a:endParaRPr lang="es-ES" sz="2000" dirty="0"/>
          </a:p>
          <a:p>
            <a:endParaRPr lang="es-ES" sz="2000" dirty="0"/>
          </a:p>
          <a:p>
            <a:endParaRPr lang="es-ES" sz="2000" dirty="0"/>
          </a:p>
          <a:p>
            <a:endParaRPr lang="es-ES" sz="2000" dirty="0"/>
          </a:p>
          <a:p>
            <a:endParaRPr lang="es-ES" sz="2000" dirty="0"/>
          </a:p>
          <a:p>
            <a:endParaRPr lang="es-ES" sz="2000" dirty="0"/>
          </a:p>
          <a:p>
            <a:endParaRPr lang="es-ES" sz="2000" dirty="0"/>
          </a:p>
          <a:p>
            <a:endParaRPr lang="es-ES" sz="2000" dirty="0"/>
          </a:p>
          <a:p>
            <a:endParaRPr lang="es-ES" sz="2000" dirty="0"/>
          </a:p>
          <a:p>
            <a:endParaRPr lang="es-ES" sz="2000" dirty="0"/>
          </a:p>
          <a:p>
            <a:endParaRPr lang="es-ES" sz="2000" dirty="0"/>
          </a:p>
          <a:p>
            <a:endParaRPr lang="es-ES" sz="2000" dirty="0"/>
          </a:p>
          <a:p>
            <a:endParaRPr lang="es-ES" sz="2000" dirty="0"/>
          </a:p>
          <a:p>
            <a:endParaRPr lang="es-ES" sz="2000" dirty="0"/>
          </a:p>
          <a:p>
            <a:endParaRPr lang="es-ES" sz="2000" dirty="0"/>
          </a:p>
          <a:p>
            <a:endParaRPr lang="es-ES" sz="2000" dirty="0"/>
          </a:p>
          <a:p>
            <a:endParaRPr lang="es-ES" sz="2000" dirty="0"/>
          </a:p>
          <a:p>
            <a:endParaRPr lang="es-ES" sz="2000" dirty="0"/>
          </a:p>
          <a:p>
            <a:endParaRPr lang="es-ES" sz="2000" dirty="0"/>
          </a:p>
          <a:p>
            <a:endParaRPr lang="es-ES" sz="2000" dirty="0"/>
          </a:p>
          <a:p>
            <a:endParaRPr lang="es-ES" sz="2000" dirty="0"/>
          </a:p>
          <a:p>
            <a:endParaRPr lang="es-ES" sz="2000" dirty="0"/>
          </a:p>
          <a:p>
            <a:endParaRPr lang="es-ES" sz="2000" dirty="0"/>
          </a:p>
          <a:p>
            <a:endParaRPr lang="es-ES" sz="2000" dirty="0"/>
          </a:p>
          <a:p>
            <a:endParaRPr lang="es-ES" sz="2000" dirty="0"/>
          </a:p>
          <a:p>
            <a:endParaRPr lang="es-ES" sz="2000" dirty="0"/>
          </a:p>
          <a:p>
            <a:endParaRPr lang="es-ES" sz="2000" dirty="0"/>
          </a:p>
          <a:p>
            <a:endParaRPr lang="es-ES" sz="2000" dirty="0"/>
          </a:p>
          <a:p>
            <a:endParaRPr lang="es-ES" sz="2000" dirty="0"/>
          </a:p>
          <a:p>
            <a:endParaRPr lang="es-ES" sz="2000" dirty="0"/>
          </a:p>
          <a:p>
            <a:endParaRPr lang="es-ES" sz="2000" dirty="0"/>
          </a:p>
          <a:p>
            <a:endParaRPr lang="es-ES" sz="2000" dirty="0"/>
          </a:p>
          <a:p>
            <a:endParaRPr lang="es-ES" sz="2000" dirty="0"/>
          </a:p>
          <a:p>
            <a:endParaRPr lang="es-ES" sz="2000" dirty="0"/>
          </a:p>
          <a:p>
            <a:endParaRPr lang="es-ES" sz="2000" dirty="0"/>
          </a:p>
          <a:p>
            <a:endParaRPr lang="es-ES" sz="2000" dirty="0"/>
          </a:p>
          <a:p>
            <a:endParaRPr lang="es-ES" sz="2000" dirty="0"/>
          </a:p>
          <a:p>
            <a:endParaRPr lang="es-ES" sz="2000" dirty="0"/>
          </a:p>
          <a:p>
            <a:endParaRPr lang="es-ES" sz="2000" dirty="0"/>
          </a:p>
          <a:p>
            <a:endParaRPr lang="es-ES" sz="2000" dirty="0"/>
          </a:p>
          <a:p>
            <a:endParaRPr lang="es-ES" sz="2000" dirty="0"/>
          </a:p>
          <a:p>
            <a:endParaRPr lang="es-ES" sz="2000" dirty="0"/>
          </a:p>
          <a:p>
            <a:endParaRPr lang="es-ES" sz="2000" dirty="0"/>
          </a:p>
          <a:p>
            <a:endParaRPr lang="es-ES" sz="2000" dirty="0"/>
          </a:p>
          <a:p>
            <a:endParaRPr lang="es-ES" sz="2000" dirty="0"/>
          </a:p>
          <a:p>
            <a:endParaRPr lang="es-ES" sz="2000" dirty="0"/>
          </a:p>
          <a:p>
            <a:endParaRPr lang="es-ES" sz="2000" dirty="0"/>
          </a:p>
          <a:p>
            <a:endParaRPr lang="es-ES" sz="2000" dirty="0"/>
          </a:p>
          <a:p>
            <a:endParaRPr lang="es-ES" sz="2000" dirty="0"/>
          </a:p>
          <a:p>
            <a:endParaRPr lang="es-ES" sz="2000" dirty="0"/>
          </a:p>
          <a:p>
            <a:endParaRPr lang="es-ES" sz="2000" dirty="0"/>
          </a:p>
          <a:p>
            <a:endParaRPr lang="es-ES" sz="2000" dirty="0"/>
          </a:p>
          <a:p>
            <a:endParaRPr lang="es-ES" sz="2000" dirty="0"/>
          </a:p>
          <a:p>
            <a:endParaRPr lang="es-ES" sz="2000" dirty="0"/>
          </a:p>
          <a:p>
            <a:endParaRPr lang="es-ES" sz="2000" dirty="0"/>
          </a:p>
          <a:p>
            <a:endParaRPr lang="es-ES" sz="2000" dirty="0"/>
          </a:p>
          <a:p>
            <a:endParaRPr lang="es-ES" sz="2000" dirty="0"/>
          </a:p>
          <a:p>
            <a:endParaRPr lang="es-ES" sz="2000" dirty="0"/>
          </a:p>
          <a:p>
            <a:endParaRPr lang="es-ES" sz="2000" dirty="0"/>
          </a:p>
          <a:p>
            <a:endParaRPr lang="es-ES" sz="2000" dirty="0"/>
          </a:p>
          <a:p>
            <a:endParaRPr lang="es-ES" sz="2000" dirty="0"/>
          </a:p>
          <a:p>
            <a:endParaRPr lang="es-ES" sz="2000" dirty="0"/>
          </a:p>
          <a:p>
            <a:endParaRPr lang="es-ES" sz="2000" dirty="0"/>
          </a:p>
          <a:p>
            <a:endParaRPr lang="es-ES" sz="2000" dirty="0"/>
          </a:p>
          <a:p>
            <a:endParaRPr lang="es-ES" sz="2000" dirty="0"/>
          </a:p>
          <a:p>
            <a:endParaRPr lang="es-ES" sz="2000" dirty="0"/>
          </a:p>
          <a:p>
            <a:endParaRPr lang="es-ES" sz="2000" dirty="0"/>
          </a:p>
          <a:p>
            <a:endParaRPr lang="es-ES" sz="2000" dirty="0"/>
          </a:p>
          <a:p>
            <a:endParaRPr lang="es-ES" sz="2000" dirty="0"/>
          </a:p>
          <a:p>
            <a:endParaRPr lang="es-ES" sz="2000" dirty="0"/>
          </a:p>
          <a:p>
            <a:endParaRPr lang="es-ES" sz="2000" dirty="0"/>
          </a:p>
          <a:p>
            <a:endParaRPr lang="es-ES" sz="2000" dirty="0"/>
          </a:p>
          <a:p>
            <a:endParaRPr lang="es-ES" sz="2000" dirty="0"/>
          </a:p>
          <a:p>
            <a:endParaRPr lang="es-ES" sz="2000" dirty="0"/>
          </a:p>
          <a:p>
            <a:endParaRPr lang="es-ES" sz="2000" dirty="0"/>
          </a:p>
          <a:p>
            <a:endParaRPr lang="es-ES" sz="2000" dirty="0"/>
          </a:p>
          <a:p>
            <a:endParaRPr lang="es-ES" sz="2000" dirty="0"/>
          </a:p>
          <a:p>
            <a:endParaRPr lang="es-ES" sz="2000" dirty="0"/>
          </a:p>
        </p:txBody>
      </p:sp>
      <p:sp>
        <p:nvSpPr>
          <p:cNvPr id="1039" name="Text Box 43"/>
          <p:cNvSpPr txBox="1">
            <a:spLocks noChangeArrowheads="1"/>
          </p:cNvSpPr>
          <p:nvPr/>
        </p:nvSpPr>
        <p:spPr bwMode="auto">
          <a:xfrm>
            <a:off x="22186900" y="7172325"/>
            <a:ext cx="9217025" cy="27889686"/>
          </a:xfrm>
          <a:prstGeom prst="rect">
            <a:avLst/>
          </a:prstGeom>
          <a:noFill/>
          <a:ln w="9525">
            <a:noFill/>
            <a:miter lim="800000"/>
            <a:headEnd/>
            <a:tailEnd/>
          </a:ln>
        </p:spPr>
        <p:txBody>
          <a:bodyPr>
            <a:spAutoFit/>
          </a:bodyPr>
          <a:lstStyle/>
          <a:p>
            <a:pPr algn="just" defTabSz="4351338">
              <a:spcBef>
                <a:spcPct val="50000"/>
              </a:spcBef>
              <a:tabLst>
                <a:tab pos="1971675" algn="l"/>
              </a:tabLst>
            </a:pPr>
            <a:r>
              <a:rPr lang="es-MX" sz="2000" b="1" i="0" u="none" strike="noStrike" dirty="0">
                <a:solidFill>
                  <a:srgbClr val="000000"/>
                </a:solidFill>
                <a:effectLst/>
                <a:latin typeface="Arial "/>
              </a:rPr>
              <a:t>Una vez que todos los datos han sido ingresados y validados con éxito, el Administrador selecciona el botón "Registrar". La interfaz envía un mensaje "</a:t>
            </a:r>
            <a:r>
              <a:rPr lang="es-MX" sz="2000" b="1" i="0" u="none" strike="noStrike" dirty="0" err="1">
                <a:solidFill>
                  <a:srgbClr val="000000"/>
                </a:solidFill>
                <a:effectLst/>
                <a:latin typeface="Arial "/>
              </a:rPr>
              <a:t>RegistrarProfesor</a:t>
            </a:r>
            <a:r>
              <a:rPr lang="es-MX" sz="2000" b="1" i="0" u="none" strike="noStrike" dirty="0">
                <a:solidFill>
                  <a:srgbClr val="000000"/>
                </a:solidFill>
                <a:effectLst/>
                <a:latin typeface="Arial "/>
              </a:rPr>
              <a:t>()" al "</a:t>
            </a:r>
            <a:r>
              <a:rPr lang="es-MX" sz="2000" b="1" i="0" u="none" strike="noStrike" dirty="0" err="1">
                <a:solidFill>
                  <a:srgbClr val="000000"/>
                </a:solidFill>
                <a:effectLst/>
                <a:latin typeface="Arial "/>
              </a:rPr>
              <a:t>Controllers</a:t>
            </a:r>
            <a:r>
              <a:rPr lang="es-MX" sz="2000" b="1" i="0" u="none" strike="noStrike" dirty="0">
                <a:solidFill>
                  <a:srgbClr val="000000"/>
                </a:solidFill>
                <a:effectLst/>
                <a:latin typeface="Arial "/>
              </a:rPr>
              <a:t>", el cual inicia el proceso de guardar los datos del nuevo profesor en la "Base Datos" mediante el mensaje "</a:t>
            </a:r>
            <a:r>
              <a:rPr lang="es-MX" sz="2000" b="1" i="0" u="none" strike="noStrike" dirty="0" err="1">
                <a:solidFill>
                  <a:srgbClr val="000000"/>
                </a:solidFill>
                <a:effectLst/>
                <a:latin typeface="Arial "/>
              </a:rPr>
              <a:t>GuardarDatosProfesor</a:t>
            </a:r>
            <a:r>
              <a:rPr lang="es-MX" sz="2000" b="1" i="0" u="none" strike="noStrike" dirty="0">
                <a:solidFill>
                  <a:srgbClr val="000000"/>
                </a:solidFill>
                <a:effectLst/>
                <a:latin typeface="Arial "/>
              </a:rPr>
              <a:t>()". La "Base Datos" confirma que el nuevo profesor ha sido agregado. Finalmente, el "</a:t>
            </a:r>
            <a:r>
              <a:rPr lang="es-MX" sz="2000" b="1" i="0" u="none" strike="noStrike" dirty="0" err="1">
                <a:solidFill>
                  <a:srgbClr val="000000"/>
                </a:solidFill>
                <a:effectLst/>
                <a:latin typeface="Arial "/>
              </a:rPr>
              <a:t>Controllers</a:t>
            </a:r>
            <a:r>
              <a:rPr lang="es-MX" sz="2000" b="1" i="0" u="none" strike="noStrike" dirty="0">
                <a:solidFill>
                  <a:srgbClr val="000000"/>
                </a:solidFill>
                <a:effectLst/>
                <a:latin typeface="Arial "/>
              </a:rPr>
              <a:t>" informa a la interfaz de usuario mediante el mensaje "</a:t>
            </a:r>
            <a:r>
              <a:rPr lang="es-MX" sz="2000" b="1" i="0" u="none" strike="noStrike" dirty="0" err="1">
                <a:solidFill>
                  <a:srgbClr val="000000"/>
                </a:solidFill>
                <a:effectLst/>
                <a:latin typeface="Arial "/>
              </a:rPr>
              <a:t>MostrarConfirmacionRegistroProfesor</a:t>
            </a:r>
            <a:r>
              <a:rPr lang="es-MX" sz="2000" b="1" i="0" u="none" strike="noStrike" dirty="0">
                <a:solidFill>
                  <a:srgbClr val="000000"/>
                </a:solidFill>
                <a:effectLst/>
                <a:latin typeface="Arial "/>
              </a:rPr>
              <a:t>()" que el registro del profesor ha sido exitoso, mostrando un mensaje de confirmación al Administrador. Adicionalmente, se registra un evento de "Nuevo </a:t>
            </a:r>
            <a:r>
              <a:rPr lang="es-MX" sz="2000" b="1" i="0" u="none" strike="noStrike" dirty="0" err="1">
                <a:solidFill>
                  <a:srgbClr val="000000"/>
                </a:solidFill>
                <a:effectLst/>
                <a:latin typeface="Arial "/>
              </a:rPr>
              <a:t>UsuarioProfesor</a:t>
            </a:r>
            <a:r>
              <a:rPr lang="es-MX" sz="2000" b="1" i="0" u="none" strike="noStrike" dirty="0">
                <a:solidFill>
                  <a:srgbClr val="000000"/>
                </a:solidFill>
                <a:effectLst/>
                <a:latin typeface="Arial "/>
              </a:rPr>
              <a:t>" en el componente "Registro Eventos". En resumen, el diagrama de secuencia detalla cómo la interfaz de usuario, el "</a:t>
            </a:r>
            <a:r>
              <a:rPr lang="es-MX" sz="2000" b="1" i="0" u="none" strike="noStrike" dirty="0" err="1">
                <a:solidFill>
                  <a:srgbClr val="000000"/>
                </a:solidFill>
                <a:effectLst/>
                <a:latin typeface="Arial "/>
              </a:rPr>
              <a:t>Controllers</a:t>
            </a:r>
            <a:r>
              <a:rPr lang="es-MX" sz="2000" b="1" i="0" u="none" strike="noStrike" dirty="0">
                <a:solidFill>
                  <a:srgbClr val="000000"/>
                </a:solidFill>
                <a:effectLst/>
                <a:latin typeface="Arial "/>
              </a:rPr>
              <a:t>", el "</a:t>
            </a:r>
            <a:r>
              <a:rPr lang="es-MX" sz="2000" b="1" i="0" u="none" strike="noStrike" dirty="0" err="1">
                <a:solidFill>
                  <a:srgbClr val="000000"/>
                </a:solidFill>
                <a:effectLst/>
                <a:latin typeface="Arial "/>
              </a:rPr>
              <a:t>SesionManager</a:t>
            </a:r>
            <a:r>
              <a:rPr lang="es-MX" sz="2000" b="1" i="0" u="none" strike="noStrike" dirty="0">
                <a:solidFill>
                  <a:srgbClr val="000000"/>
                </a:solidFill>
                <a:effectLst/>
                <a:latin typeface="Arial "/>
              </a:rPr>
              <a:t>", la "Base Datos" y el "Registro Eventos" colaboran para llevar a cabo la adición de un nuevo profesor al sistema, incluyendo la validación de los datos ingresados y la confirmación de la operación al Administrador.</a:t>
            </a:r>
            <a:endParaRPr lang="es-MX" sz="2000" b="1" u="sng" dirty="0">
              <a:solidFill>
                <a:srgbClr val="FFA042"/>
              </a:solidFill>
              <a:latin typeface="Arial "/>
            </a:endParaRPr>
          </a:p>
          <a:p>
            <a:pPr algn="just" defTabSz="4351338">
              <a:spcBef>
                <a:spcPct val="50000"/>
              </a:spcBef>
              <a:tabLst>
                <a:tab pos="1971675" algn="l"/>
              </a:tabLst>
            </a:pPr>
            <a:endParaRPr lang="es-MX" sz="2800" dirty="0"/>
          </a:p>
          <a:p>
            <a:pPr algn="just" defTabSz="4351338">
              <a:spcBef>
                <a:spcPct val="50000"/>
              </a:spcBef>
              <a:tabLst>
                <a:tab pos="1971675" algn="l"/>
              </a:tabLst>
            </a:pPr>
            <a:endParaRPr lang="es-MX" sz="2800" dirty="0"/>
          </a:p>
          <a:p>
            <a:pPr algn="just" defTabSz="4351338">
              <a:spcBef>
                <a:spcPct val="50000"/>
              </a:spcBef>
              <a:tabLst>
                <a:tab pos="1971675" algn="l"/>
              </a:tabLst>
            </a:pPr>
            <a:endParaRPr lang="es-MX" sz="2800" dirty="0"/>
          </a:p>
          <a:p>
            <a:pPr algn="just" defTabSz="4351338">
              <a:spcBef>
                <a:spcPct val="50000"/>
              </a:spcBef>
              <a:tabLst>
                <a:tab pos="1971675" algn="l"/>
              </a:tabLst>
            </a:pPr>
            <a:endParaRPr lang="es-MX" sz="2800" dirty="0"/>
          </a:p>
          <a:p>
            <a:pPr algn="just" defTabSz="4351338">
              <a:spcBef>
                <a:spcPct val="50000"/>
              </a:spcBef>
              <a:tabLst>
                <a:tab pos="1971675" algn="l"/>
              </a:tabLst>
            </a:pPr>
            <a:endParaRPr lang="es-MX" sz="2800" dirty="0"/>
          </a:p>
          <a:p>
            <a:pPr algn="just" defTabSz="4351338">
              <a:spcBef>
                <a:spcPct val="50000"/>
              </a:spcBef>
              <a:tabLst>
                <a:tab pos="1971675" algn="l"/>
              </a:tabLst>
            </a:pPr>
            <a:endParaRPr lang="es-MX" sz="2800" dirty="0"/>
          </a:p>
          <a:p>
            <a:pPr algn="just" defTabSz="4351338">
              <a:spcBef>
                <a:spcPct val="50000"/>
              </a:spcBef>
              <a:tabLst>
                <a:tab pos="1971675" algn="l"/>
              </a:tabLst>
            </a:pPr>
            <a:endParaRPr lang="es-MX" sz="2800" dirty="0"/>
          </a:p>
          <a:p>
            <a:pPr algn="just" defTabSz="4351338">
              <a:spcBef>
                <a:spcPct val="50000"/>
              </a:spcBef>
              <a:tabLst>
                <a:tab pos="1971675" algn="l"/>
              </a:tabLst>
            </a:pPr>
            <a:endParaRPr lang="es-MX" sz="2800" dirty="0"/>
          </a:p>
          <a:p>
            <a:pPr algn="just" defTabSz="4351338">
              <a:spcBef>
                <a:spcPct val="50000"/>
              </a:spcBef>
              <a:tabLst>
                <a:tab pos="1971675" algn="l"/>
              </a:tabLst>
            </a:pPr>
            <a:endParaRPr lang="es-MX" sz="2800" dirty="0"/>
          </a:p>
          <a:p>
            <a:pPr algn="just" defTabSz="4351338">
              <a:spcBef>
                <a:spcPct val="50000"/>
              </a:spcBef>
              <a:tabLst>
                <a:tab pos="1971675" algn="l"/>
              </a:tabLst>
            </a:pPr>
            <a:endParaRPr lang="es-MX" sz="2800" dirty="0"/>
          </a:p>
          <a:p>
            <a:pPr algn="just" defTabSz="4351338">
              <a:spcBef>
                <a:spcPct val="50000"/>
              </a:spcBef>
              <a:tabLst>
                <a:tab pos="1971675" algn="l"/>
              </a:tabLst>
            </a:pPr>
            <a:endParaRPr lang="es-MX" sz="2800" dirty="0"/>
          </a:p>
          <a:p>
            <a:pPr algn="just" defTabSz="4351338">
              <a:spcBef>
                <a:spcPct val="50000"/>
              </a:spcBef>
              <a:tabLst>
                <a:tab pos="1971675" algn="l"/>
              </a:tabLst>
            </a:pPr>
            <a:endParaRPr lang="es-MX" sz="3600" b="1" dirty="0"/>
          </a:p>
          <a:p>
            <a:pPr algn="just" defTabSz="4351338">
              <a:spcBef>
                <a:spcPct val="50000"/>
              </a:spcBef>
              <a:tabLst>
                <a:tab pos="1971675" algn="l"/>
              </a:tabLst>
            </a:pPr>
            <a:endParaRPr lang="es-MX" sz="2800" dirty="0"/>
          </a:p>
          <a:p>
            <a:pPr algn="just" defTabSz="4351338">
              <a:spcBef>
                <a:spcPct val="50000"/>
              </a:spcBef>
              <a:tabLst>
                <a:tab pos="1971675" algn="l"/>
              </a:tabLst>
            </a:pPr>
            <a:r>
              <a:rPr lang="es-MX" sz="1600" b="1" dirty="0"/>
              <a:t>Figura 4: </a:t>
            </a:r>
            <a:r>
              <a:rPr lang="es-MX" sz="1600" b="1" i="0" u="none" strike="noStrike" dirty="0">
                <a:solidFill>
                  <a:srgbClr val="000000"/>
                </a:solidFill>
                <a:effectLst/>
                <a:latin typeface="Arial" panose="020B0604020202020204" pitchFamily="34" charset="0"/>
              </a:rPr>
              <a:t>DIAGRAMA DE SECUENCIA DEL CASO DE USO 01 AGREGAR PROFESOR</a:t>
            </a:r>
            <a:endParaRPr lang="es-MX" sz="1600" b="1" dirty="0"/>
          </a:p>
          <a:p>
            <a:pPr algn="just" defTabSz="4351338">
              <a:spcBef>
                <a:spcPct val="50000"/>
              </a:spcBef>
              <a:tabLst>
                <a:tab pos="1971675" algn="l"/>
              </a:tabLst>
            </a:pPr>
            <a:endParaRPr lang="es-MX" sz="3600" b="1" dirty="0"/>
          </a:p>
          <a:p>
            <a:pPr algn="just" defTabSz="4351338">
              <a:spcBef>
                <a:spcPct val="50000"/>
              </a:spcBef>
              <a:tabLst>
                <a:tab pos="1971675" algn="l"/>
              </a:tabLst>
            </a:pPr>
            <a:endParaRPr lang="es-MX" sz="1800" b="1" i="0" u="none" strike="noStrike" dirty="0">
              <a:solidFill>
                <a:srgbClr val="000000"/>
              </a:solidFill>
              <a:effectLst/>
              <a:latin typeface="Arial" panose="020B0604020202020204" pitchFamily="34" charset="0"/>
            </a:endParaRPr>
          </a:p>
          <a:p>
            <a:pPr algn="just" defTabSz="4351338">
              <a:spcBef>
                <a:spcPct val="50000"/>
              </a:spcBef>
              <a:tabLst>
                <a:tab pos="1971675" algn="l"/>
              </a:tabLst>
            </a:pPr>
            <a:r>
              <a:rPr lang="es-MX" sz="1800" b="1" i="0" u="none" strike="noStrike" dirty="0">
                <a:solidFill>
                  <a:srgbClr val="000000"/>
                </a:solidFill>
                <a:effectLst/>
                <a:latin typeface="Arial" panose="020B0604020202020204" pitchFamily="34" charset="0"/>
              </a:rPr>
              <a:t>Dinámica de estados (5.11).</a:t>
            </a:r>
            <a:r>
              <a:rPr lang="es-MX" sz="2000" b="1" dirty="0"/>
              <a:t> </a:t>
            </a:r>
            <a:r>
              <a:rPr lang="es-MX" sz="2000" b="1" i="0" u="none" strike="noStrike" dirty="0">
                <a:solidFill>
                  <a:srgbClr val="000000"/>
                </a:solidFill>
                <a:effectLst/>
                <a:latin typeface="Arial" panose="020B0604020202020204" pitchFamily="34" charset="0"/>
              </a:rPr>
              <a:t>La Dinámica de Estados detalla cómo los elementos clave del sistema, como los profesores, las materias o los horarios, evolucionan a través de diferentes fases a lo largo del tiempo.</a:t>
            </a:r>
            <a:endParaRPr lang="es-MX" sz="2000" b="1" dirty="0">
              <a:effectLst/>
            </a:endParaRPr>
          </a:p>
          <a:p>
            <a:pPr algn="ctr" rtl="0">
              <a:spcBef>
                <a:spcPts val="0"/>
              </a:spcBef>
              <a:spcAft>
                <a:spcPts val="0"/>
              </a:spcAft>
            </a:pPr>
            <a:br>
              <a:rPr lang="es-MX" sz="800" dirty="0"/>
            </a:br>
            <a:r>
              <a:rPr lang="es-MX" sz="2000" b="1" dirty="0"/>
              <a:t>Figura 5: </a:t>
            </a:r>
            <a:r>
              <a:rPr lang="es-MX" sz="2000" b="1" i="0" u="none" strike="noStrike" dirty="0">
                <a:solidFill>
                  <a:srgbClr val="000000"/>
                </a:solidFill>
                <a:effectLst/>
                <a:latin typeface="Arial" panose="020B0604020202020204" pitchFamily="34" charset="0"/>
              </a:rPr>
              <a:t>DIAGRAMA (5) ESTADOS ASIGNAR MATERIAS A PROFESOR</a:t>
            </a:r>
            <a:endParaRPr lang="es-MX" sz="2000" b="1" dirty="0">
              <a:effectLst/>
            </a:endParaRPr>
          </a:p>
          <a:p>
            <a:pPr algn="ctr"/>
            <a:br>
              <a:rPr lang="es-MX" sz="800" dirty="0"/>
            </a:br>
            <a:endParaRPr lang="es-MX" sz="2000" b="1" i="0" u="none" strike="noStrike" dirty="0">
              <a:solidFill>
                <a:srgbClr val="000000"/>
              </a:solidFill>
              <a:effectLst/>
              <a:latin typeface="Arial" panose="020B0604020202020204" pitchFamily="34" charset="0"/>
            </a:endParaRPr>
          </a:p>
          <a:p>
            <a:pPr algn="just" rtl="0">
              <a:spcBef>
                <a:spcPts val="1400"/>
              </a:spcBef>
              <a:spcAft>
                <a:spcPts val="0"/>
              </a:spcAft>
            </a:pPr>
            <a:endParaRPr lang="es-MX" sz="2000" b="1" dirty="0">
              <a:solidFill>
                <a:srgbClr val="000000"/>
              </a:solidFill>
              <a:latin typeface="Arial" panose="020B0604020202020204" pitchFamily="34" charset="0"/>
            </a:endParaRPr>
          </a:p>
          <a:p>
            <a:pPr algn="just" rtl="0">
              <a:spcBef>
                <a:spcPts val="1400"/>
              </a:spcBef>
              <a:spcAft>
                <a:spcPts val="0"/>
              </a:spcAft>
            </a:pPr>
            <a:endParaRPr lang="es-MX" sz="2000" b="1" i="0" u="none" strike="noStrike" dirty="0">
              <a:solidFill>
                <a:srgbClr val="000000"/>
              </a:solidFill>
              <a:effectLst/>
              <a:latin typeface="Arial" panose="020B0604020202020204" pitchFamily="34" charset="0"/>
            </a:endParaRPr>
          </a:p>
          <a:p>
            <a:pPr algn="just" rtl="0">
              <a:spcBef>
                <a:spcPts val="1400"/>
              </a:spcBef>
              <a:spcAft>
                <a:spcPts val="0"/>
              </a:spcAft>
            </a:pPr>
            <a:endParaRPr lang="es-MX" sz="2000" b="1" dirty="0">
              <a:solidFill>
                <a:srgbClr val="000000"/>
              </a:solidFill>
              <a:latin typeface="Arial" panose="020B0604020202020204" pitchFamily="34" charset="0"/>
            </a:endParaRPr>
          </a:p>
          <a:p>
            <a:pPr algn="just" rtl="0">
              <a:spcBef>
                <a:spcPts val="1400"/>
              </a:spcBef>
              <a:spcAft>
                <a:spcPts val="0"/>
              </a:spcAft>
            </a:pPr>
            <a:endParaRPr lang="es-MX" sz="2000" b="1" i="0" u="none" strike="noStrike" dirty="0">
              <a:solidFill>
                <a:srgbClr val="000000"/>
              </a:solidFill>
              <a:effectLst/>
              <a:latin typeface="Arial" panose="020B0604020202020204" pitchFamily="34" charset="0"/>
            </a:endParaRPr>
          </a:p>
          <a:p>
            <a:pPr algn="just" rtl="0">
              <a:spcBef>
                <a:spcPts val="1400"/>
              </a:spcBef>
              <a:spcAft>
                <a:spcPts val="0"/>
              </a:spcAft>
            </a:pPr>
            <a:endParaRPr lang="es-MX" sz="2000" b="1" dirty="0">
              <a:solidFill>
                <a:srgbClr val="000000"/>
              </a:solidFill>
              <a:latin typeface="Arial" panose="020B0604020202020204" pitchFamily="34" charset="0"/>
            </a:endParaRPr>
          </a:p>
          <a:p>
            <a:pPr algn="just" rtl="0">
              <a:spcBef>
                <a:spcPts val="1400"/>
              </a:spcBef>
              <a:spcAft>
                <a:spcPts val="0"/>
              </a:spcAft>
            </a:pPr>
            <a:endParaRPr lang="es-MX" sz="2000" b="1" i="0" u="none" strike="noStrike" dirty="0">
              <a:solidFill>
                <a:srgbClr val="000000"/>
              </a:solidFill>
              <a:effectLst/>
              <a:latin typeface="Arial" panose="020B0604020202020204" pitchFamily="34" charset="0"/>
            </a:endParaRPr>
          </a:p>
          <a:p>
            <a:pPr algn="just" rtl="0">
              <a:spcBef>
                <a:spcPts val="1400"/>
              </a:spcBef>
              <a:spcAft>
                <a:spcPts val="0"/>
              </a:spcAft>
            </a:pPr>
            <a:endParaRPr lang="es-MX" sz="2000" b="1" dirty="0">
              <a:solidFill>
                <a:srgbClr val="000000"/>
              </a:solidFill>
              <a:latin typeface="Arial" panose="020B0604020202020204" pitchFamily="34" charset="0"/>
            </a:endParaRPr>
          </a:p>
          <a:p>
            <a:pPr algn="just" rtl="0">
              <a:spcBef>
                <a:spcPts val="1400"/>
              </a:spcBef>
              <a:spcAft>
                <a:spcPts val="0"/>
              </a:spcAft>
            </a:pPr>
            <a:r>
              <a:rPr lang="es-MX" sz="2000" b="1" i="0" u="none" strike="noStrike" dirty="0">
                <a:solidFill>
                  <a:srgbClr val="000000"/>
                </a:solidFill>
                <a:effectLst/>
                <a:latin typeface="Arial" panose="020B0604020202020204" pitchFamily="34" charset="0"/>
              </a:rPr>
              <a:t>Lógica procedimental algorítmica (5.12)</a:t>
            </a:r>
            <a:endParaRPr lang="es-MX" sz="2000" b="1" dirty="0">
              <a:effectLst/>
            </a:endParaRPr>
          </a:p>
          <a:p>
            <a:pPr algn="just" rtl="0">
              <a:spcBef>
                <a:spcPts val="1200"/>
              </a:spcBef>
              <a:spcAft>
                <a:spcPts val="1200"/>
              </a:spcAft>
            </a:pPr>
            <a:r>
              <a:rPr lang="es-MX" sz="2000" b="1" i="0" u="none" strike="noStrike" dirty="0">
                <a:solidFill>
                  <a:srgbClr val="000000"/>
                </a:solidFill>
                <a:effectLst/>
                <a:latin typeface="Arial" panose="020B0604020202020204" pitchFamily="34" charset="0"/>
              </a:rPr>
              <a:t>Esta sección del Documento de Diseño de Software se centra en detallar la lógica y los procedimientos paso a paso que el sistema implementará para llevar a cabo sus diversas funcionalidades. Va más allá de las descripciones generales y profundiza en los algoritmos específicos que se utilizarán. </a:t>
            </a:r>
          </a:p>
          <a:p>
            <a:pPr algn="just" rtl="0">
              <a:spcBef>
                <a:spcPts val="1200"/>
              </a:spcBef>
              <a:spcAft>
                <a:spcPts val="1200"/>
              </a:spcAft>
            </a:pPr>
            <a:r>
              <a:rPr lang="es-MX" sz="1800" b="1" dirty="0"/>
              <a:t>Figura 5:  </a:t>
            </a:r>
            <a:r>
              <a:rPr lang="es-MX" sz="1800" b="1" i="0" u="none" strike="noStrike" dirty="0">
                <a:solidFill>
                  <a:srgbClr val="000000"/>
                </a:solidFill>
                <a:effectLst/>
                <a:latin typeface="Arial" panose="020B0604020202020204" pitchFamily="34" charset="0"/>
              </a:rPr>
              <a:t>Algoritmo 7: </a:t>
            </a:r>
            <a:r>
              <a:rPr lang="es-MX" sz="1800" b="1" i="0" u="none" strike="noStrike" dirty="0" err="1">
                <a:solidFill>
                  <a:srgbClr val="000000"/>
                </a:solidFill>
                <a:effectLst/>
                <a:latin typeface="Arial" panose="020B0604020202020204" pitchFamily="34" charset="0"/>
              </a:rPr>
              <a:t>SubProceso</a:t>
            </a:r>
            <a:r>
              <a:rPr lang="es-MX" sz="1800" b="1" i="0" u="none" strike="noStrike" dirty="0">
                <a:solidFill>
                  <a:srgbClr val="000000"/>
                </a:solidFill>
                <a:effectLst/>
                <a:latin typeface="Arial" panose="020B0604020202020204" pitchFamily="34" charset="0"/>
              </a:rPr>
              <a:t> </a:t>
            </a:r>
            <a:r>
              <a:rPr lang="es-MX" sz="1800" b="1" i="0" u="none" strike="noStrike" dirty="0" err="1">
                <a:solidFill>
                  <a:srgbClr val="000000"/>
                </a:solidFill>
                <a:effectLst/>
                <a:latin typeface="Arial" panose="020B0604020202020204" pitchFamily="34" charset="0"/>
              </a:rPr>
              <a:t>AsignarGrupos</a:t>
            </a:r>
            <a:r>
              <a:rPr lang="es-MX" sz="1800" b="1" i="0" u="none" strike="noStrike" dirty="0">
                <a:solidFill>
                  <a:srgbClr val="000000"/>
                </a:solidFill>
                <a:effectLst/>
                <a:latin typeface="Arial" panose="020B0604020202020204" pitchFamily="34" charset="0"/>
              </a:rPr>
              <a:t>()</a:t>
            </a:r>
            <a:endParaRPr lang="es-MX" sz="3600" b="1" dirty="0"/>
          </a:p>
          <a:p>
            <a:pPr algn="just" defTabSz="4351338">
              <a:spcBef>
                <a:spcPct val="50000"/>
              </a:spcBef>
              <a:tabLst>
                <a:tab pos="1971675" algn="l"/>
              </a:tabLst>
            </a:pPr>
            <a:endParaRPr lang="es-MX" sz="2000" b="1" dirty="0"/>
          </a:p>
          <a:p>
            <a:pPr algn="just" defTabSz="4351338">
              <a:spcBef>
                <a:spcPct val="50000"/>
              </a:spcBef>
              <a:tabLst>
                <a:tab pos="1971675" algn="l"/>
              </a:tabLst>
            </a:pPr>
            <a:endParaRPr lang="es-MX" sz="3600" b="1" dirty="0"/>
          </a:p>
          <a:p>
            <a:pPr algn="just" defTabSz="4351338">
              <a:spcBef>
                <a:spcPct val="50000"/>
              </a:spcBef>
              <a:tabLst>
                <a:tab pos="1971675" algn="l"/>
              </a:tabLst>
            </a:pPr>
            <a:endParaRPr lang="es-MX" sz="3600" b="1" dirty="0"/>
          </a:p>
          <a:p>
            <a:pPr algn="just" defTabSz="4351338">
              <a:spcBef>
                <a:spcPct val="50000"/>
              </a:spcBef>
              <a:tabLst>
                <a:tab pos="1971675" algn="l"/>
              </a:tabLst>
            </a:pPr>
            <a:endParaRPr lang="es-MX" sz="3600" b="1" dirty="0"/>
          </a:p>
          <a:p>
            <a:pPr algn="just" defTabSz="4351338">
              <a:spcBef>
                <a:spcPct val="50000"/>
              </a:spcBef>
              <a:tabLst>
                <a:tab pos="1971675" algn="l"/>
              </a:tabLst>
            </a:pPr>
            <a:endParaRPr lang="es-MX" sz="3600" dirty="0"/>
          </a:p>
          <a:p>
            <a:pPr algn="just" rtl="0">
              <a:spcBef>
                <a:spcPts val="0"/>
              </a:spcBef>
              <a:spcAft>
                <a:spcPts val="0"/>
              </a:spcAft>
            </a:pPr>
            <a:r>
              <a:rPr lang="es-MX" sz="2000" b="1" dirty="0"/>
              <a:t>Figura 5: </a:t>
            </a:r>
            <a:r>
              <a:rPr lang="es-MX" sz="2000" i="0" u="none" strike="noStrike" dirty="0">
                <a:solidFill>
                  <a:srgbClr val="000000"/>
                </a:solidFill>
                <a:effectLst/>
                <a:latin typeface="Arial" panose="020B0604020202020204" pitchFamily="34" charset="0"/>
              </a:rPr>
              <a:t>Funcionamiento del Algoritmo de Gale-Shapley para la Asignación de Materias (CU03):</a:t>
            </a:r>
          </a:p>
          <a:p>
            <a:pPr algn="ctr" rtl="0">
              <a:spcBef>
                <a:spcPts val="0"/>
              </a:spcBef>
              <a:spcAft>
                <a:spcPts val="0"/>
              </a:spcAft>
            </a:pPr>
            <a:endParaRPr lang="es-MX" sz="2000" dirty="0">
              <a:effectLst/>
            </a:endParaRPr>
          </a:p>
        </p:txBody>
      </p:sp>
      <p:sp>
        <p:nvSpPr>
          <p:cNvPr id="1074" name="AutoShape 51"/>
          <p:cNvSpPr>
            <a:spLocks noChangeArrowheads="1"/>
          </p:cNvSpPr>
          <p:nvPr/>
        </p:nvSpPr>
        <p:spPr bwMode="auto">
          <a:xfrm>
            <a:off x="22736175" y="20840699"/>
            <a:ext cx="7796212" cy="1079500"/>
          </a:xfrm>
          <a:prstGeom prst="roundRect">
            <a:avLst>
              <a:gd name="adj" fmla="val 16667"/>
            </a:avLst>
          </a:prstGeom>
          <a:solidFill>
            <a:schemeClr val="bg1"/>
          </a:solidFill>
          <a:ln w="76200" algn="ctr">
            <a:solidFill>
              <a:srgbClr val="FF6600"/>
            </a:solidFill>
            <a:round/>
            <a:headEnd/>
            <a:tailEnd/>
          </a:ln>
        </p:spPr>
        <p:txBody>
          <a:bodyPr wrap="none" anchor="ctr"/>
          <a:lstStyle/>
          <a:p>
            <a:pPr algn="ctr"/>
            <a:r>
              <a:rPr lang="es-MX" sz="3200" b="1" i="0" u="none" strike="noStrike" dirty="0">
                <a:solidFill>
                  <a:srgbClr val="000000"/>
                </a:solidFill>
                <a:effectLst/>
                <a:latin typeface="Arial" panose="020B0604020202020204" pitchFamily="34" charset="0"/>
              </a:rPr>
              <a:t>Dinámica de estados y</a:t>
            </a:r>
          </a:p>
          <a:p>
            <a:pPr algn="ctr"/>
            <a:r>
              <a:rPr lang="es-MX" sz="3200" b="1" i="0" u="none" strike="noStrike" dirty="0">
                <a:solidFill>
                  <a:srgbClr val="000000"/>
                </a:solidFill>
                <a:effectLst/>
                <a:latin typeface="Arial" panose="020B0604020202020204" pitchFamily="34" charset="0"/>
              </a:rPr>
              <a:t> Lógica procedimental algorítmica</a:t>
            </a:r>
            <a:endParaRPr lang="es-ES" sz="3200" b="1" dirty="0"/>
          </a:p>
        </p:txBody>
      </p:sp>
      <p:grpSp>
        <p:nvGrpSpPr>
          <p:cNvPr id="1054" name="Group 111"/>
          <p:cNvGrpSpPr>
            <a:grpSpLocks/>
          </p:cNvGrpSpPr>
          <p:nvPr/>
        </p:nvGrpSpPr>
        <p:grpSpPr bwMode="auto">
          <a:xfrm>
            <a:off x="22736175" y="38250080"/>
            <a:ext cx="7796213" cy="725343"/>
            <a:chOff x="1304" y="5830"/>
            <a:chExt cx="4911" cy="747"/>
          </a:xfrm>
        </p:grpSpPr>
        <p:sp>
          <p:nvSpPr>
            <p:cNvPr id="1056" name="AutoShape 112"/>
            <p:cNvSpPr>
              <a:spLocks noChangeArrowheads="1"/>
            </p:cNvSpPr>
            <p:nvPr/>
          </p:nvSpPr>
          <p:spPr bwMode="auto">
            <a:xfrm>
              <a:off x="1304" y="5897"/>
              <a:ext cx="4911" cy="680"/>
            </a:xfrm>
            <a:prstGeom prst="roundRect">
              <a:avLst>
                <a:gd name="adj" fmla="val 16667"/>
              </a:avLst>
            </a:prstGeom>
            <a:solidFill>
              <a:schemeClr val="bg1"/>
            </a:solidFill>
            <a:ln w="76200" algn="ctr">
              <a:solidFill>
                <a:srgbClr val="FF6600"/>
              </a:solidFill>
              <a:round/>
              <a:headEnd/>
              <a:tailEnd/>
            </a:ln>
          </p:spPr>
          <p:txBody>
            <a:bodyPr wrap="none" anchor="ctr"/>
            <a:lstStyle/>
            <a:p>
              <a:endParaRPr lang="es-ES"/>
            </a:p>
          </p:txBody>
        </p:sp>
        <p:sp>
          <p:nvSpPr>
            <p:cNvPr id="1057" name="Text Box 113"/>
            <p:cNvSpPr txBox="1">
              <a:spLocks noChangeArrowheads="1"/>
            </p:cNvSpPr>
            <p:nvPr/>
          </p:nvSpPr>
          <p:spPr bwMode="auto">
            <a:xfrm>
              <a:off x="2371" y="5830"/>
              <a:ext cx="2725" cy="666"/>
            </a:xfrm>
            <a:prstGeom prst="rect">
              <a:avLst/>
            </a:prstGeom>
            <a:noFill/>
            <a:ln w="9525">
              <a:noFill/>
              <a:miter lim="800000"/>
              <a:headEnd/>
              <a:tailEnd/>
            </a:ln>
          </p:spPr>
          <p:txBody>
            <a:bodyPr wrap="square">
              <a:spAutoFit/>
            </a:bodyPr>
            <a:lstStyle/>
            <a:p>
              <a:pPr algn="ctr" defTabSz="4351338">
                <a:spcBef>
                  <a:spcPct val="50000"/>
                </a:spcBef>
              </a:pPr>
              <a:r>
                <a:rPr lang="es-MX" sz="3200" b="1" dirty="0"/>
                <a:t>Conclusiones</a:t>
              </a:r>
              <a:r>
                <a:rPr lang="es-MX" sz="3600" b="1" dirty="0"/>
                <a:t> </a:t>
              </a:r>
            </a:p>
          </p:txBody>
        </p:sp>
      </p:grpSp>
      <p:sp>
        <p:nvSpPr>
          <p:cNvPr id="19" name="Rectangle 18">
            <a:extLst>
              <a:ext uri="{FF2B5EF4-FFF2-40B4-BE49-F238E27FC236}">
                <a16:creationId xmlns:a16="http://schemas.microsoft.com/office/drawing/2014/main" id="{883C88BA-BF72-224A-604C-EECCFEAFB917}"/>
              </a:ext>
            </a:extLst>
          </p:cNvPr>
          <p:cNvSpPr>
            <a:spLocks noChangeArrowheads="1"/>
          </p:cNvSpPr>
          <p:nvPr/>
        </p:nvSpPr>
        <p:spPr bwMode="auto">
          <a:xfrm>
            <a:off x="5376675" y="1127445"/>
            <a:ext cx="20594637" cy="58477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MX" altLang="es-MX" sz="3200" b="1" i="0" u="none" strike="noStrike" cap="none" normalizeH="0" baseline="0" dirty="0">
                <a:ln>
                  <a:noFill/>
                </a:ln>
                <a:solidFill>
                  <a:srgbClr val="000000"/>
                </a:solidFill>
                <a:effectLst/>
                <a:latin typeface="Arial" panose="020B0604020202020204" pitchFamily="34" charset="0"/>
                <a:cs typeface="Arial" panose="020B0604020202020204" pitchFamily="34" charset="0"/>
              </a:rPr>
              <a:t>UNIVERSIDAD AUTÓNOMA DE LA CIUDAD DE MÉXICO (UACM).</a:t>
            </a:r>
            <a:r>
              <a:rPr kumimoji="0" lang="es-MX" altLang="es-MX" sz="3200" b="0" i="0" u="none" strike="noStrike" cap="none" normalizeH="0" baseline="0" dirty="0">
                <a:ln>
                  <a:noFill/>
                </a:ln>
                <a:solidFill>
                  <a:schemeClr val="tx1"/>
                </a:solidFill>
                <a:effectLst/>
              </a:rPr>
              <a:t>      </a:t>
            </a:r>
            <a:r>
              <a:rPr kumimoji="0" lang="es-MX" altLang="es-MX" sz="3200" b="0" i="0" u="none" strike="noStrike" cap="none" normalizeH="0" baseline="0" dirty="0">
                <a:ln>
                  <a:noFill/>
                </a:ln>
                <a:solidFill>
                  <a:schemeClr val="tx1"/>
                </a:solidFill>
                <a:effectLst/>
                <a:latin typeface="Arial" panose="020B0604020202020204" pitchFamily="34" charset="0"/>
              </a:rPr>
              <a:t>         </a:t>
            </a:r>
          </a:p>
          <a:p>
            <a:pPr marL="0" marR="0" lvl="0" indent="0" algn="ctr" defTabSz="914400" rtl="0" eaLnBrk="0" fontAlgn="base" latinLnBrk="0" hangingPunct="0">
              <a:lnSpc>
                <a:spcPct val="100000"/>
              </a:lnSpc>
              <a:spcBef>
                <a:spcPct val="0"/>
              </a:spcBef>
              <a:spcAft>
                <a:spcPct val="0"/>
              </a:spcAft>
              <a:buClrTx/>
              <a:buSzTx/>
              <a:buFontTx/>
              <a:buNone/>
              <a:tabLst/>
            </a:pPr>
            <a:r>
              <a:rPr kumimoji="0" lang="es-MX" altLang="es-MX" sz="3200" b="1" i="0" u="none" strike="noStrike" cap="none" normalizeH="0" baseline="0" dirty="0">
                <a:ln>
                  <a:noFill/>
                </a:ln>
                <a:solidFill>
                  <a:srgbClr val="000000"/>
                </a:solidFill>
                <a:effectLst/>
                <a:latin typeface="Arial" panose="020B0604020202020204" pitchFamily="34" charset="0"/>
                <a:cs typeface="Arial" panose="020B0604020202020204" pitchFamily="34" charset="0"/>
              </a:rPr>
              <a:t>Academia de Informática Cuautepec Matutino. Ingeniería de Software.</a:t>
            </a:r>
            <a:endParaRPr kumimoji="0" lang="es-MX" altLang="es-MX" sz="3200" b="0" i="0" u="none" strike="noStrike" cap="none" normalizeH="0" baseline="0" dirty="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s-MX" altLang="es-MX" sz="4400" b="1" i="0" u="none" strike="noStrike" cap="none" normalizeH="0" baseline="0" dirty="0">
                <a:ln>
                  <a:noFill/>
                </a:ln>
                <a:solidFill>
                  <a:srgbClr val="0D0D0D"/>
                </a:solidFill>
                <a:effectLst/>
                <a:latin typeface="Arial" panose="020B0604020202020204" pitchFamily="34" charset="0"/>
                <a:cs typeface="Arial" panose="020B0604020202020204" pitchFamily="34" charset="0"/>
              </a:rPr>
              <a:t>(SISTEMA DE ASIGNACIÓN DE HORARIOS DE PROFESORES)</a:t>
            </a:r>
            <a:endParaRPr kumimoji="0" lang="es-MX" altLang="es-MX" sz="4400" b="0" i="0" u="none" strike="noStrike" cap="none" normalizeH="0" baseline="0" dirty="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s-MX" altLang="es-MX" sz="3200" b="1" i="0" u="none" strike="noStrike" cap="none" normalizeH="0" baseline="0" dirty="0" err="1">
                <a:ln>
                  <a:noFill/>
                </a:ln>
                <a:solidFill>
                  <a:srgbClr val="0D0D0D"/>
                </a:solidFill>
                <a:effectLst/>
                <a:latin typeface="Arial" panose="020B0604020202020204" pitchFamily="34" charset="0"/>
                <a:cs typeface="Arial" panose="020B0604020202020204" pitchFamily="34" charset="0"/>
              </a:rPr>
              <a:t>Name</a:t>
            </a:r>
            <a:r>
              <a:rPr kumimoji="0" lang="es-MX" altLang="es-MX" sz="3200" b="1" i="0" u="none" strike="noStrike" cap="none" normalizeH="0" baseline="0" dirty="0">
                <a:ln>
                  <a:noFill/>
                </a:ln>
                <a:solidFill>
                  <a:srgbClr val="0D0D0D"/>
                </a:solidFill>
                <a:effectLst/>
                <a:latin typeface="Arial" panose="020B0604020202020204" pitchFamily="34" charset="0"/>
                <a:cs typeface="Arial" panose="020B0604020202020204" pitchFamily="34" charset="0"/>
              </a:rPr>
              <a:t> (s): </a:t>
            </a:r>
            <a:r>
              <a:rPr kumimoji="0" lang="es-MX" altLang="es-MX" sz="3200" b="1" i="0" u="none" strike="noStrike" cap="none" normalizeH="0" baseline="0" dirty="0" err="1">
                <a:ln>
                  <a:noFill/>
                </a:ln>
                <a:solidFill>
                  <a:srgbClr val="0D0D0D"/>
                </a:solidFill>
                <a:effectLst/>
                <a:latin typeface="Arial" panose="020B0604020202020204" pitchFamily="34" charset="0"/>
                <a:cs typeface="Arial" panose="020B0604020202020204" pitchFamily="34" charset="0"/>
              </a:rPr>
              <a:t>Cuapantecatl</a:t>
            </a:r>
            <a:r>
              <a:rPr kumimoji="0" lang="es-MX" altLang="es-MX" sz="3200" b="1" i="0" u="none" strike="noStrike" cap="none" normalizeH="0" baseline="0" dirty="0">
                <a:ln>
                  <a:noFill/>
                </a:ln>
                <a:solidFill>
                  <a:srgbClr val="0D0D0D"/>
                </a:solidFill>
                <a:effectLst/>
                <a:latin typeface="Arial" panose="020B0604020202020204" pitchFamily="34" charset="0"/>
                <a:cs typeface="Arial" panose="020B0604020202020204" pitchFamily="34" charset="0"/>
              </a:rPr>
              <a:t> Ruiz </a:t>
            </a:r>
            <a:r>
              <a:rPr kumimoji="0" lang="es-MX" altLang="es-MX" sz="3200" b="1" i="0" u="none" strike="noStrike" cap="none" normalizeH="0" baseline="0" dirty="0" err="1">
                <a:ln>
                  <a:noFill/>
                </a:ln>
                <a:solidFill>
                  <a:srgbClr val="0D0D0D"/>
                </a:solidFill>
                <a:effectLst/>
                <a:latin typeface="Arial" panose="020B0604020202020204" pitchFamily="34" charset="0"/>
                <a:cs typeface="Arial" panose="020B0604020202020204" pitchFamily="34" charset="0"/>
              </a:rPr>
              <a:t>Raul</a:t>
            </a:r>
            <a:r>
              <a:rPr kumimoji="0" lang="es-MX" altLang="es-MX" sz="3200" b="1" i="0" u="none" strike="noStrike" cap="none" normalizeH="0" baseline="0" dirty="0">
                <a:ln>
                  <a:noFill/>
                </a:ln>
                <a:solidFill>
                  <a:srgbClr val="0D0D0D"/>
                </a:solidFill>
                <a:effectLst/>
                <a:latin typeface="Arial" panose="020B0604020202020204" pitchFamily="34" charset="0"/>
                <a:cs typeface="Arial" panose="020B0604020202020204" pitchFamily="34" charset="0"/>
              </a:rPr>
              <a:t> Irving</a:t>
            </a:r>
            <a:endParaRPr kumimoji="0" lang="es-MX" altLang="es-MX" sz="3200" b="0" i="0" u="none" strike="noStrike" cap="none" normalizeH="0" baseline="0" dirty="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s-MX" altLang="es-MX" sz="3200" b="1" i="0" u="none" strike="noStrike" cap="none" normalizeH="0" baseline="0" dirty="0" err="1">
                <a:ln>
                  <a:noFill/>
                </a:ln>
                <a:solidFill>
                  <a:srgbClr val="0D0D0D"/>
                </a:solidFill>
                <a:effectLst/>
                <a:latin typeface="Arial" panose="020B0604020202020204" pitchFamily="34" charset="0"/>
                <a:cs typeface="Arial" panose="020B0604020202020204" pitchFamily="34" charset="0"/>
              </a:rPr>
              <a:t>Lab</a:t>
            </a:r>
            <a:r>
              <a:rPr kumimoji="0" lang="es-MX" altLang="es-MX" sz="3200" b="1" i="0" u="none" strike="noStrike" cap="none" normalizeH="0" baseline="0" dirty="0">
                <a:ln>
                  <a:noFill/>
                </a:ln>
                <a:solidFill>
                  <a:srgbClr val="0D0D0D"/>
                </a:solidFill>
                <a:effectLst/>
                <a:latin typeface="Arial" panose="020B0604020202020204" pitchFamily="34" charset="0"/>
                <a:cs typeface="Arial" panose="020B0604020202020204" pitchFamily="34" charset="0"/>
              </a:rPr>
              <a:t> </a:t>
            </a:r>
            <a:r>
              <a:rPr kumimoji="0" lang="es-MX" altLang="es-MX" sz="3200" b="1" i="0" u="none" strike="noStrike" cap="none" normalizeH="0" baseline="0" dirty="0" err="1">
                <a:ln>
                  <a:noFill/>
                </a:ln>
                <a:solidFill>
                  <a:srgbClr val="0D0D0D"/>
                </a:solidFill>
                <a:effectLst/>
                <a:latin typeface="Arial" panose="020B0604020202020204" pitchFamily="34" charset="0"/>
                <a:cs typeface="Arial" panose="020B0604020202020204" pitchFamily="34" charset="0"/>
              </a:rPr>
              <a:t>Section</a:t>
            </a:r>
            <a:r>
              <a:rPr kumimoji="0" lang="es-MX" altLang="es-MX" sz="3200" b="1" i="0" u="none" strike="noStrike" cap="none" normalizeH="0" baseline="0" dirty="0">
                <a:ln>
                  <a:noFill/>
                </a:ln>
                <a:solidFill>
                  <a:srgbClr val="0D0D0D"/>
                </a:solidFill>
                <a:effectLst/>
                <a:latin typeface="Arial" panose="020B0604020202020204" pitchFamily="34" charset="0"/>
                <a:cs typeface="Arial" panose="020B0604020202020204" pitchFamily="34" charset="0"/>
              </a:rPr>
              <a:t>: Laboratorio computo 3 piso 1</a:t>
            </a:r>
            <a:endParaRPr kumimoji="0" lang="es-MX" altLang="es-MX" sz="3200" b="0" i="0" u="none" strike="noStrike" cap="none" normalizeH="0" baseline="0" dirty="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s-MX" altLang="es-MX" sz="3200" b="1" i="0" u="none" strike="noStrike" cap="none" normalizeH="0" baseline="0" dirty="0">
                <a:ln>
                  <a:noFill/>
                </a:ln>
                <a:solidFill>
                  <a:srgbClr val="0D0D0D"/>
                </a:solidFill>
                <a:effectLst/>
                <a:latin typeface="Arial" panose="020B0604020202020204" pitchFamily="34" charset="0"/>
                <a:cs typeface="Arial" panose="020B0604020202020204" pitchFamily="34" charset="0"/>
              </a:rPr>
              <a:t>Workstation: Diseño de Software. </a:t>
            </a:r>
            <a:endParaRPr kumimoji="0" lang="es-MX" altLang="es-MX" sz="3200" b="0" i="0" u="none" strike="noStrike" cap="none" normalizeH="0" baseline="0" dirty="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s-MX" altLang="es-MX" sz="3200" b="1" i="0" u="none" strike="noStrike" cap="none" normalizeH="0" baseline="0" dirty="0">
                <a:ln>
                  <a:noFill/>
                </a:ln>
                <a:solidFill>
                  <a:srgbClr val="0D0D0D"/>
                </a:solidFill>
                <a:effectLst/>
                <a:latin typeface="Arial" panose="020B0604020202020204" pitchFamily="34" charset="0"/>
                <a:cs typeface="Arial" panose="020B0604020202020204" pitchFamily="34" charset="0"/>
              </a:rPr>
              <a:t>Profesor: </a:t>
            </a:r>
            <a:r>
              <a:rPr kumimoji="0" lang="es-MX" altLang="es-MX" sz="3200" b="1" i="0" u="none" strike="noStrike" cap="none" normalizeH="0" baseline="0" dirty="0">
                <a:ln>
                  <a:noFill/>
                </a:ln>
                <a:solidFill>
                  <a:srgbClr val="3C4043"/>
                </a:solidFill>
                <a:effectLst/>
                <a:latin typeface="Arial" panose="020B0604020202020204" pitchFamily="34" charset="0"/>
                <a:cs typeface="Arial" panose="020B0604020202020204" pitchFamily="34" charset="0"/>
              </a:rPr>
              <a:t>Máximo Eduardo Sánchez Gutiérrez</a:t>
            </a:r>
            <a:endParaRPr kumimoji="0" lang="es-MX" altLang="es-MX" sz="3200" b="0" i="0" u="none" strike="noStrike" cap="none" normalizeH="0" baseline="0" dirty="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s-MX" altLang="es-MX" sz="3200" b="1" i="0" u="none" strike="noStrike" cap="none" normalizeH="0" baseline="0" dirty="0">
                <a:ln>
                  <a:noFill/>
                </a:ln>
                <a:solidFill>
                  <a:srgbClr val="0D0D0D"/>
                </a:solidFill>
                <a:effectLst/>
                <a:latin typeface="Arial" panose="020B0604020202020204" pitchFamily="34" charset="0"/>
                <a:cs typeface="Arial" panose="020B0604020202020204" pitchFamily="34" charset="0"/>
              </a:rPr>
              <a:t>Correo electrónico: </a:t>
            </a:r>
            <a:r>
              <a:rPr kumimoji="0" lang="es-MX" altLang="es-MX" sz="3200" b="1" i="0" u="sng" strike="noStrike" cap="none" normalizeH="0" baseline="0" dirty="0">
                <a:ln>
                  <a:noFill/>
                </a:ln>
                <a:solidFill>
                  <a:srgbClr val="1155CC"/>
                </a:solidFill>
                <a:effectLst/>
                <a:latin typeface="Arial" panose="020B0604020202020204" pitchFamily="34" charset="0"/>
                <a:cs typeface="Arial" panose="020B0604020202020204" pitchFamily="34" charset="0"/>
                <a:hlinkClick r:id="rId4"/>
              </a:rPr>
              <a:t>raul.irving.cuapantecatl@estudiante.uacm.edu.mx</a:t>
            </a:r>
            <a:endParaRPr kumimoji="0" lang="es-MX" altLang="es-MX" sz="3200" b="0" i="0" u="none" strike="noStrike" cap="none" normalizeH="0" baseline="0" dirty="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s-MX" altLang="es-MX" sz="3200" b="1" i="0" u="none" strike="noStrike" cap="none" normalizeH="0" baseline="0" dirty="0">
                <a:ln>
                  <a:noFill/>
                </a:ln>
                <a:solidFill>
                  <a:srgbClr val="0D0D0D"/>
                </a:solidFill>
                <a:effectLst/>
                <a:latin typeface="Arial" panose="020B0604020202020204" pitchFamily="34" charset="0"/>
                <a:cs typeface="Arial" panose="020B0604020202020204" pitchFamily="34" charset="0"/>
              </a:rPr>
              <a:t>  </a:t>
            </a:r>
            <a:r>
              <a:rPr lang="es-MX" altLang="es-MX" sz="3200" dirty="0"/>
              <a:t>                                                                                                        </a:t>
            </a:r>
            <a:r>
              <a:rPr kumimoji="0" lang="es-MX" altLang="es-MX" sz="3200" b="1" i="0" u="none" strike="noStrike" cap="none" normalizeH="0" baseline="0" dirty="0">
                <a:ln>
                  <a:noFill/>
                </a:ln>
                <a:solidFill>
                  <a:srgbClr val="0D0D0D"/>
                </a:solidFill>
                <a:effectLst/>
                <a:latin typeface="Arial" panose="020B0604020202020204" pitchFamily="34" charset="0"/>
                <a:cs typeface="Arial" panose="020B0604020202020204" pitchFamily="34" charset="0"/>
              </a:rPr>
              <a:t>Date: (22/05/2025)</a:t>
            </a:r>
            <a:r>
              <a:rPr kumimoji="0" lang="es-MX" altLang="es-MX" sz="3200" b="0" i="0" u="none" strike="noStrike" cap="none" normalizeH="0" baseline="0" dirty="0">
                <a:ln>
                  <a:noFill/>
                </a:ln>
                <a:solidFill>
                  <a:schemeClr val="tx1"/>
                </a:solidFill>
                <a:effectLst/>
              </a:rPr>
              <a:t>     </a:t>
            </a:r>
            <a:r>
              <a:rPr kumimoji="0" lang="es-MX" altLang="es-MX" sz="5200" b="0" i="0" u="none" strike="noStrike" cap="none" normalizeH="0" baseline="0" dirty="0">
                <a:ln>
                  <a:noFill/>
                </a:ln>
                <a:solidFill>
                  <a:schemeClr val="tx1"/>
                </a:solidFill>
                <a:effectLst/>
              </a:rPr>
              <a:t>              </a:t>
            </a:r>
            <a:endParaRPr kumimoji="0" lang="es-MX" altLang="es-MX"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s-MX" altLang="es-MX" sz="1800" b="0" i="0" u="none" strike="noStrike" cap="none" normalizeH="0" baseline="0" dirty="0">
                <a:ln>
                  <a:noFill/>
                </a:ln>
                <a:solidFill>
                  <a:schemeClr val="tx1"/>
                </a:solidFill>
                <a:effectLst/>
                <a:latin typeface="Arial" panose="020B0604020202020204" pitchFamily="34" charset="0"/>
              </a:rPr>
            </a:br>
            <a:br>
              <a:rPr kumimoji="0" lang="es-MX" altLang="es-MX" sz="1800" b="0" i="0" u="none" strike="noStrike" cap="none" normalizeH="0" baseline="0" dirty="0">
                <a:ln>
                  <a:noFill/>
                </a:ln>
                <a:solidFill>
                  <a:schemeClr val="tx1"/>
                </a:solidFill>
                <a:effectLst/>
                <a:latin typeface="Arial" panose="020B0604020202020204" pitchFamily="34" charset="0"/>
              </a:rPr>
            </a:br>
            <a:endParaRPr kumimoji="0" lang="es-MX" altLang="es-MX" sz="1800" b="0" i="0" u="none" strike="noStrike" cap="none" normalizeH="0" baseline="0" dirty="0">
              <a:ln>
                <a:noFill/>
              </a:ln>
              <a:solidFill>
                <a:schemeClr val="tx1"/>
              </a:solidFill>
              <a:effectLst/>
              <a:latin typeface="Arial" panose="020B0604020202020204" pitchFamily="34" charset="0"/>
            </a:endParaRPr>
          </a:p>
        </p:txBody>
      </p:sp>
      <p:pic>
        <p:nvPicPr>
          <p:cNvPr id="20" name="Picture 19">
            <a:extLst>
              <a:ext uri="{FF2B5EF4-FFF2-40B4-BE49-F238E27FC236}">
                <a16:creationId xmlns:a16="http://schemas.microsoft.com/office/drawing/2014/main" id="{D21A4FBB-3AB6-2565-3FFB-C0816D008F1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429765" y="1443889"/>
            <a:ext cx="3182640" cy="4031343"/>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20">
            <a:extLst>
              <a:ext uri="{FF2B5EF4-FFF2-40B4-BE49-F238E27FC236}">
                <a16:creationId xmlns:a16="http://schemas.microsoft.com/office/drawing/2014/main" id="{7F48215F-EF68-F769-E42C-B495E2E2A8A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60488" y="1158386"/>
            <a:ext cx="5288452" cy="2121900"/>
          </a:xfrm>
          <a:prstGeom prst="rect">
            <a:avLst/>
          </a:prstGeom>
          <a:noFill/>
          <a:extLst>
            <a:ext uri="{909E8E84-426E-40DD-AFC4-6F175D3DCCD1}">
              <a14:hiddenFill xmlns:a14="http://schemas.microsoft.com/office/drawing/2010/main">
                <a:solidFill>
                  <a:srgbClr val="FFFFFF"/>
                </a:solidFill>
              </a14:hiddenFill>
            </a:ext>
          </a:extLst>
        </p:spPr>
      </p:pic>
      <p:pic>
        <p:nvPicPr>
          <p:cNvPr id="1045" name="Picture 21">
            <a:extLst>
              <a:ext uri="{FF2B5EF4-FFF2-40B4-BE49-F238E27FC236}">
                <a16:creationId xmlns:a16="http://schemas.microsoft.com/office/drawing/2014/main" id="{A8F801E9-F85E-31B0-434A-23E4733FBA2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27540" y="3822971"/>
            <a:ext cx="4990520" cy="1974581"/>
          </a:xfrm>
          <a:prstGeom prst="rect">
            <a:avLst/>
          </a:prstGeom>
          <a:noFill/>
          <a:extLst>
            <a:ext uri="{909E8E84-426E-40DD-AFC4-6F175D3DCCD1}">
              <a14:hiddenFill xmlns:a14="http://schemas.microsoft.com/office/drawing/2010/main">
                <a:solidFill>
                  <a:srgbClr val="FFFFFF"/>
                </a:solidFill>
              </a14:hiddenFill>
            </a:ext>
          </a:extLst>
        </p:spPr>
      </p:pic>
      <p:pic>
        <p:nvPicPr>
          <p:cNvPr id="23" name="Imagen 22">
            <a:extLst>
              <a:ext uri="{FF2B5EF4-FFF2-40B4-BE49-F238E27FC236}">
                <a16:creationId xmlns:a16="http://schemas.microsoft.com/office/drawing/2014/main" id="{50351851-989E-C5BA-818B-D9F5635C5FB2}"/>
              </a:ext>
            </a:extLst>
          </p:cNvPr>
          <p:cNvPicPr>
            <a:picLocks noChangeAspect="1"/>
          </p:cNvPicPr>
          <p:nvPr/>
        </p:nvPicPr>
        <p:blipFill>
          <a:blip r:embed="rId8"/>
          <a:stretch>
            <a:fillRect/>
          </a:stretch>
        </p:blipFill>
        <p:spPr>
          <a:xfrm>
            <a:off x="28108565" y="1498600"/>
            <a:ext cx="3134162" cy="4178300"/>
          </a:xfrm>
          <a:prstGeom prst="rect">
            <a:avLst/>
          </a:prstGeom>
        </p:spPr>
      </p:pic>
      <p:pic>
        <p:nvPicPr>
          <p:cNvPr id="29" name="Imagen 28" descr="Diagrama&#10;&#10;Descripción generada automáticamente">
            <a:extLst>
              <a:ext uri="{FF2B5EF4-FFF2-40B4-BE49-F238E27FC236}">
                <a16:creationId xmlns:a16="http://schemas.microsoft.com/office/drawing/2014/main" id="{DC39A2F1-D928-0B1B-48D1-7B1A7C388B0E}"/>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268413" y="32107934"/>
            <a:ext cx="9656761" cy="6055566"/>
          </a:xfrm>
          <a:prstGeom prst="rect">
            <a:avLst/>
          </a:prstGeom>
        </p:spPr>
      </p:pic>
      <p:pic>
        <p:nvPicPr>
          <p:cNvPr id="1049" name="Picture 25">
            <a:extLst>
              <a:ext uri="{FF2B5EF4-FFF2-40B4-BE49-F238E27FC236}">
                <a16:creationId xmlns:a16="http://schemas.microsoft.com/office/drawing/2014/main" id="{F462248D-93B8-B7A8-7EAC-217AC19AC3DF}"/>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1657993" y="9087738"/>
            <a:ext cx="9805801" cy="9493122"/>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27">
            <a:extLst>
              <a:ext uri="{FF2B5EF4-FFF2-40B4-BE49-F238E27FC236}">
                <a16:creationId xmlns:a16="http://schemas.microsoft.com/office/drawing/2014/main" id="{2BB686E1-CCF2-B4AB-B375-710B12B7F9D1}"/>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1647488" y="27825286"/>
            <a:ext cx="9614537" cy="6954878"/>
          </a:xfrm>
          <a:prstGeom prst="rect">
            <a:avLst/>
          </a:prstGeom>
          <a:noFill/>
          <a:extLst>
            <a:ext uri="{909E8E84-426E-40DD-AFC4-6F175D3DCCD1}">
              <a14:hiddenFill xmlns:a14="http://schemas.microsoft.com/office/drawing/2010/main">
                <a:solidFill>
                  <a:srgbClr val="FFFFFF"/>
                </a:solidFill>
              </a14:hiddenFill>
            </a:ext>
          </a:extLst>
        </p:spPr>
      </p:pic>
      <p:pic>
        <p:nvPicPr>
          <p:cNvPr id="1053" name="Picture 29">
            <a:extLst>
              <a:ext uri="{FF2B5EF4-FFF2-40B4-BE49-F238E27FC236}">
                <a16:creationId xmlns:a16="http://schemas.microsoft.com/office/drawing/2014/main" id="{198DA1C5-8FF9-D171-E445-6DB1DAAE7827}"/>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2047837" y="11884551"/>
            <a:ext cx="9468801" cy="8411957"/>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33">
            <a:extLst>
              <a:ext uri="{FF2B5EF4-FFF2-40B4-BE49-F238E27FC236}">
                <a16:creationId xmlns:a16="http://schemas.microsoft.com/office/drawing/2014/main" id="{AB15E4F6-C2C1-725F-891C-7AB10326E3DB}"/>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3755351" y="23526328"/>
            <a:ext cx="5734050" cy="3848100"/>
          </a:xfrm>
          <a:prstGeom prst="rect">
            <a:avLst/>
          </a:prstGeom>
          <a:noFill/>
          <a:extLst>
            <a:ext uri="{909E8E84-426E-40DD-AFC4-6F175D3DCCD1}">
              <a14:hiddenFill xmlns:a14="http://schemas.microsoft.com/office/drawing/2010/main">
                <a:solidFill>
                  <a:srgbClr val="FFFFFF"/>
                </a:solidFill>
              </a14:hiddenFill>
            </a:ext>
          </a:extLst>
        </p:spPr>
      </p:pic>
      <p:pic>
        <p:nvPicPr>
          <p:cNvPr id="1059" name="Picture 35">
            <a:extLst>
              <a:ext uri="{FF2B5EF4-FFF2-40B4-BE49-F238E27FC236}">
                <a16:creationId xmlns:a16="http://schemas.microsoft.com/office/drawing/2014/main" id="{3637F49C-EAA2-8D51-F34D-998E5D3A36B8}"/>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3362569" y="30131805"/>
            <a:ext cx="6519613" cy="3468201"/>
          </a:xfrm>
          <a:prstGeom prst="rect">
            <a:avLst/>
          </a:prstGeom>
          <a:noFill/>
          <a:extLst>
            <a:ext uri="{909E8E84-426E-40DD-AFC4-6F175D3DCCD1}">
              <a14:hiddenFill xmlns:a14="http://schemas.microsoft.com/office/drawing/2010/main">
                <a:solidFill>
                  <a:srgbClr val="FFFFFF"/>
                </a:solidFill>
              </a14:hiddenFill>
            </a:ext>
          </a:extLst>
        </p:spPr>
      </p:pic>
      <p:pic>
        <p:nvPicPr>
          <p:cNvPr id="38" name="Imagen 37" descr="Imagen que contiene Escala de tiempo&#10;&#10;Descripción generada automáticamente">
            <a:extLst>
              <a:ext uri="{FF2B5EF4-FFF2-40B4-BE49-F238E27FC236}">
                <a16:creationId xmlns:a16="http://schemas.microsoft.com/office/drawing/2014/main" id="{6F51119E-8D6B-F499-511C-77B7AF0AB488}"/>
              </a:ext>
            </a:extLst>
          </p:cNvPr>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22047837" y="34482542"/>
            <a:ext cx="9468801" cy="3610351"/>
          </a:xfrm>
          <a:prstGeom prst="rect">
            <a:avLst/>
          </a:prstGeom>
        </p:spPr>
      </p:pic>
      <p:sp>
        <p:nvSpPr>
          <p:cNvPr id="39" name="CuadroTexto 38">
            <a:extLst>
              <a:ext uri="{FF2B5EF4-FFF2-40B4-BE49-F238E27FC236}">
                <a16:creationId xmlns:a16="http://schemas.microsoft.com/office/drawing/2014/main" id="{0E18DFFA-FEF6-EB6C-2DF5-281667EE7512}"/>
              </a:ext>
            </a:extLst>
          </p:cNvPr>
          <p:cNvSpPr txBox="1"/>
          <p:nvPr/>
        </p:nvSpPr>
        <p:spPr>
          <a:xfrm>
            <a:off x="21888488" y="38961835"/>
            <a:ext cx="9628150" cy="2985433"/>
          </a:xfrm>
          <a:prstGeom prst="rect">
            <a:avLst/>
          </a:prstGeom>
          <a:noFill/>
        </p:spPr>
        <p:txBody>
          <a:bodyPr wrap="square" rtlCol="0">
            <a:spAutoFit/>
          </a:bodyPr>
          <a:lstStyle/>
          <a:p>
            <a:pPr algn="just" rtl="0">
              <a:spcBef>
                <a:spcPts val="1200"/>
              </a:spcBef>
              <a:spcAft>
                <a:spcPts val="1200"/>
              </a:spcAft>
            </a:pPr>
            <a:r>
              <a:rPr lang="es-MX" sz="2000" i="0" u="none" strike="noStrike" dirty="0">
                <a:solidFill>
                  <a:srgbClr val="000000"/>
                </a:solidFill>
                <a:effectLst/>
                <a:latin typeface="Arial" panose="020B0604020202020204" pitchFamily="34" charset="0"/>
              </a:rPr>
              <a:t>El algoritmo Gale-</a:t>
            </a:r>
            <a:r>
              <a:rPr lang="es-MX" sz="2000" i="0" u="none" strike="noStrike" dirty="0" err="1">
                <a:solidFill>
                  <a:srgbClr val="000000"/>
                </a:solidFill>
                <a:effectLst/>
                <a:latin typeface="Arial" panose="020B0604020202020204" pitchFamily="34" charset="0"/>
              </a:rPr>
              <a:t>Shapley._</a:t>
            </a:r>
            <a:r>
              <a:rPr lang="es-MX" sz="2000" dirty="0" err="1">
                <a:solidFill>
                  <a:srgbClr val="000000"/>
                </a:solidFill>
                <a:latin typeface="Arial" panose="020B0604020202020204" pitchFamily="34" charset="0"/>
              </a:rPr>
              <a:t>P</a:t>
            </a:r>
            <a:r>
              <a:rPr lang="es-MX" sz="2000" i="0" u="none" strike="noStrike" dirty="0" err="1">
                <a:solidFill>
                  <a:srgbClr val="000000"/>
                </a:solidFill>
                <a:effectLst/>
                <a:latin typeface="Arial" panose="020B0604020202020204" pitchFamily="34" charset="0"/>
              </a:rPr>
              <a:t>ara</a:t>
            </a:r>
            <a:r>
              <a:rPr lang="es-MX" sz="2000" i="0" u="none" strike="noStrike" dirty="0">
                <a:solidFill>
                  <a:srgbClr val="000000"/>
                </a:solidFill>
                <a:effectLst/>
                <a:latin typeface="Arial" panose="020B0604020202020204" pitchFamily="34" charset="0"/>
              </a:rPr>
              <a:t> la </a:t>
            </a:r>
            <a:r>
              <a:rPr lang="es-MX" sz="2000" dirty="0">
                <a:solidFill>
                  <a:srgbClr val="000000"/>
                </a:solidFill>
                <a:latin typeface="Arial" panose="020B0604020202020204" pitchFamily="34" charset="0"/>
              </a:rPr>
              <a:t>asignación de</a:t>
            </a:r>
            <a:r>
              <a:rPr lang="es-MX" sz="2000" i="0" u="none" strike="noStrike" dirty="0">
                <a:solidFill>
                  <a:srgbClr val="000000"/>
                </a:solidFill>
                <a:effectLst/>
                <a:latin typeface="Arial" panose="020B0604020202020204" pitchFamily="34" charset="0"/>
              </a:rPr>
              <a:t> Horario para profesores implementa una solución eficiente y estable para el problema de asignación entre profesores y materias, considerando las preferencias mutuas de ambos. A lo largo del proceso, cada profesor propone a las materias según su orden de preferencia, y cada materia acepta temporalmente al profesor más preferido disponible, rechazando al anterior si se encuentra una mejor opción. Este ciclo se repite hasta que no queden profesores sin asignar o sin opciones de preferencia restantes.</a:t>
            </a:r>
          </a:p>
          <a:p>
            <a:pPr algn="just" rtl="0">
              <a:spcBef>
                <a:spcPts val="1200"/>
              </a:spcBef>
              <a:spcAft>
                <a:spcPts val="1200"/>
              </a:spcAft>
            </a:pPr>
            <a:br>
              <a:rPr lang="es-MX" sz="800" dirty="0"/>
            </a:br>
            <a:endParaRPr lang="es-MX" sz="2000" dirty="0"/>
          </a:p>
        </p:txBody>
      </p:sp>
    </p:spTree>
  </p:cSld>
  <p:clrMapOvr>
    <a:masterClrMapping/>
  </p:clrMapOvr>
</p:sld>
</file>

<file path=ppt/theme/theme1.xml><?xml version="1.0" encoding="utf-8"?>
<a:theme xmlns:a="http://schemas.openxmlformats.org/drawingml/2006/main" name="Diseño predeterminado">
  <a:themeElements>
    <a:clrScheme name="Diseño predeterminado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iseño predeterminado">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4351338" rtl="0" eaLnBrk="1" fontAlgn="base" latinLnBrk="0" hangingPunct="1">
          <a:lnSpc>
            <a:spcPct val="100000"/>
          </a:lnSpc>
          <a:spcBef>
            <a:spcPct val="0"/>
          </a:spcBef>
          <a:spcAft>
            <a:spcPct val="0"/>
          </a:spcAft>
          <a:buClrTx/>
          <a:buSzTx/>
          <a:buFontTx/>
          <a:buNone/>
          <a:tabLst/>
          <a:defRPr kumimoji="0" lang="es-MX" sz="86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4351338" rtl="0" eaLnBrk="1" fontAlgn="base" latinLnBrk="0" hangingPunct="1">
          <a:lnSpc>
            <a:spcPct val="100000"/>
          </a:lnSpc>
          <a:spcBef>
            <a:spcPct val="0"/>
          </a:spcBef>
          <a:spcAft>
            <a:spcPct val="0"/>
          </a:spcAft>
          <a:buClrTx/>
          <a:buSzTx/>
          <a:buFontTx/>
          <a:buNone/>
          <a:tabLst/>
          <a:defRPr kumimoji="0" lang="es-MX" sz="8600" b="0" i="0" u="none" strike="noStrike" cap="none" normalizeH="0" baseline="0" smtClean="0">
            <a:ln>
              <a:noFill/>
            </a:ln>
            <a:solidFill>
              <a:schemeClr val="tx1"/>
            </a:solidFill>
            <a:effectLst/>
            <a:latin typeface="Arial" charset="0"/>
          </a:defRPr>
        </a:defPPr>
      </a:lstStyle>
    </a:lnDef>
  </a:objectDefaults>
  <a:extraClrSchemeLst>
    <a:extraClrScheme>
      <a:clrScheme name="Diseño predeterminado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iseño predeterminado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iseño predeterminado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iseño predeterminado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iseño predeterminado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iseño predeterminado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iseño predeterminado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iseño predeterminado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iseño predeterminado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iseño predeterminado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iseño predeterminado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iseño predeterminado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docProps/app.xml><?xml version="1.0" encoding="utf-8"?>
<Properties xmlns="http://schemas.openxmlformats.org/officeDocument/2006/extended-properties" xmlns:vt="http://schemas.openxmlformats.org/officeDocument/2006/docPropsVTypes">
  <TotalTime>1277</TotalTime>
  <Words>1873</Words>
  <Application>Microsoft Office PowerPoint</Application>
  <PresentationFormat>Personalizado</PresentationFormat>
  <Paragraphs>235</Paragraphs>
  <Slides>1</Slides>
  <Notes>0</Notes>
  <HiddenSlides>0</HiddenSlides>
  <MMClips>0</MMClips>
  <ScaleCrop>false</ScaleCrop>
  <HeadingPairs>
    <vt:vector size="8" baseType="variant">
      <vt:variant>
        <vt:lpstr>Fuentes usadas</vt:lpstr>
      </vt:variant>
      <vt:variant>
        <vt:i4>2</vt:i4>
      </vt:variant>
      <vt:variant>
        <vt:lpstr>Tema</vt:lpstr>
      </vt:variant>
      <vt:variant>
        <vt:i4>1</vt:i4>
      </vt:variant>
      <vt:variant>
        <vt:lpstr>Servidores OLE incrustados</vt:lpstr>
      </vt:variant>
      <vt:variant>
        <vt:i4>1</vt:i4>
      </vt:variant>
      <vt:variant>
        <vt:lpstr>Títulos de diapositiva</vt:lpstr>
      </vt:variant>
      <vt:variant>
        <vt:i4>1</vt:i4>
      </vt:variant>
    </vt:vector>
  </HeadingPairs>
  <TitlesOfParts>
    <vt:vector size="5" baseType="lpstr">
      <vt:lpstr>Arial</vt:lpstr>
      <vt:lpstr>Arial </vt:lpstr>
      <vt:lpstr>Diseño predeterminado</vt:lpstr>
      <vt:lpstr>Ecuación</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Diapositiva 1</dc:title>
  <dc:creator>Propietario</dc:creator>
  <cp:lastModifiedBy>RAUL IRVING CUAPANTECATL RUIZ</cp:lastModifiedBy>
  <cp:revision>46</cp:revision>
  <dcterms:created xsi:type="dcterms:W3CDTF">2008-06-03T16:49:59Z</dcterms:created>
  <dcterms:modified xsi:type="dcterms:W3CDTF">2025-05-17T02:06:57Z</dcterms:modified>
</cp:coreProperties>
</file>